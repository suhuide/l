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08" autoAdjust="0"/>
    <p:restoredTop sz="94601" autoAdjust="0"/>
  </p:normalViewPr>
  <p:slideViewPr>
    <p:cSldViewPr snapToGrid="0">
      <p:cViewPr varScale="1">
        <p:scale>
          <a:sx n="88" d="100"/>
          <a:sy n="88" d="100"/>
        </p:scale>
        <p:origin x="106" y="2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75160-0EFA-4BA8-BE33-3F7FBA1EE3D7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B9860-C82C-4F73-ADE6-135604AA16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4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aospxref.com/android-13.0.0_r3/s?defs=sp&amp;project=frameworks" TargetMode="External"/><Relationship Id="rId13" Type="http://schemas.openxmlformats.org/officeDocument/2006/relationships/hyperlink" Target="http://aospxref.com/android-13.0.0_r3/s?defs=AudioStreamOut&amp;project=frameworks" TargetMode="External"/><Relationship Id="rId3" Type="http://schemas.openxmlformats.org/officeDocument/2006/relationships/hyperlink" Target="http://aospxref.com/android-13.0.0_r3/s?defs=DefaultKeyedVector&amp;project=frameworks" TargetMode="External"/><Relationship Id="rId7" Type="http://schemas.openxmlformats.org/officeDocument/2006/relationships/hyperlink" Target="http://aospxref.com/android-13.0.0_r3/s?defs=audio_io_handle_t&amp;project=frameworks" TargetMode="External"/><Relationship Id="rId12" Type="http://schemas.openxmlformats.org/officeDocument/2006/relationships/hyperlink" Target="http://aospxref.com/android-13.0.0_r3/s?refs=mRecordThreads&amp;project=frameworks" TargetMode="External"/><Relationship Id="rId2" Type="http://schemas.openxmlformats.org/officeDocument/2006/relationships/slide" Target="../slides/slide2.xml"/><Relationship Id="rId16" Type="http://schemas.openxmlformats.org/officeDocument/2006/relationships/hyperlink" Target="http://aospxref.com/android-13.0.0_r3/s?refs=mInput&amp;project=frameworks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aospxref.com/android-13.0.0_r3/s?refs=mAudioHwDevs&amp;project=frameworks" TargetMode="External"/><Relationship Id="rId11" Type="http://schemas.openxmlformats.org/officeDocument/2006/relationships/hyperlink" Target="http://aospxref.com/android-13.0.0_r3/xref/frameworks/av/services/audioflinger/AudioFlinger.h#RecordThread" TargetMode="External"/><Relationship Id="rId5" Type="http://schemas.openxmlformats.org/officeDocument/2006/relationships/hyperlink" Target="http://aospxref.com/android-13.0.0_r3/s?defs=AudioHwDevice&amp;project=frameworks" TargetMode="External"/><Relationship Id="rId15" Type="http://schemas.openxmlformats.org/officeDocument/2006/relationships/hyperlink" Target="http://aospxref.com/android-13.0.0_r3/s?defs=AudioStreamIn&amp;project=frameworks" TargetMode="External"/><Relationship Id="rId10" Type="http://schemas.openxmlformats.org/officeDocument/2006/relationships/hyperlink" Target="http://aospxref.com/android-13.0.0_r3/s?refs=mPlaybackThreads&amp;project=frameworks" TargetMode="External"/><Relationship Id="rId4" Type="http://schemas.openxmlformats.org/officeDocument/2006/relationships/hyperlink" Target="http://aospxref.com/android-13.0.0_r3/s?defs=audio_module_handle_t&amp;project=frameworks" TargetMode="External"/><Relationship Id="rId9" Type="http://schemas.openxmlformats.org/officeDocument/2006/relationships/hyperlink" Target="http://aospxref.com/android-13.0.0_r3/xref/frameworks/av/services/audioflinger/AudioFlinger.h#PlaybackThread" TargetMode="External"/><Relationship Id="rId14" Type="http://schemas.openxmlformats.org/officeDocument/2006/relationships/hyperlink" Target="http://aospxref.com/android-13.0.0_r3/s?refs=mOutput&amp;project=frameworks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B9860-C82C-4F73-ADE6-135604AA161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816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3"/>
              </a:rPr>
              <a:t>DefaultKeyedVector</a:t>
            </a:r>
            <a:r>
              <a:rPr lang="en-US" altLang="zh-CN" dirty="0">
                <a:effectLst/>
              </a:rPr>
              <a:t>&lt;</a:t>
            </a:r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4"/>
              </a:rPr>
              <a:t>audio_module_handle_t</a:t>
            </a:r>
            <a:r>
              <a:rPr lang="en-US" altLang="zh-CN" dirty="0">
                <a:effectLst/>
              </a:rPr>
              <a:t>, </a:t>
            </a:r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5"/>
              </a:rPr>
              <a:t>AudioHwDevice</a:t>
            </a:r>
            <a:r>
              <a:rPr lang="en-US" altLang="zh-CN" dirty="0">
                <a:effectLst/>
              </a:rPr>
              <a:t>*&gt; </a:t>
            </a:r>
            <a:r>
              <a:rPr lang="en-US" altLang="zh-CN" b="1" u="none" strike="noStrike" dirty="0" err="1">
                <a:solidFill>
                  <a:srgbClr val="CC3300"/>
                </a:solidFill>
                <a:effectLst/>
                <a:hlinkClick r:id="rId6"/>
              </a:rPr>
              <a:t>mAudioHwDevs</a:t>
            </a:r>
            <a:r>
              <a:rPr lang="en-US" altLang="zh-CN" dirty="0">
                <a:effectLst/>
              </a:rPr>
              <a:t>;</a:t>
            </a:r>
            <a:endParaRPr lang="en-US" altLang="zh-CN" b="0" i="0" dirty="0">
              <a:effectLst/>
              <a:highlight>
                <a:srgbClr val="FFFFFF"/>
              </a:highlight>
              <a:latin typeface="DM Sans" pitchFamily="2" charset="0"/>
            </a:endParaRPr>
          </a:p>
          <a:p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3"/>
              </a:rPr>
              <a:t>DefaultKeyedVector</a:t>
            </a:r>
            <a:r>
              <a:rPr lang="en-US" altLang="zh-CN" dirty="0">
                <a:effectLst/>
              </a:rPr>
              <a:t>&lt; </a:t>
            </a:r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7"/>
              </a:rPr>
              <a:t>audio_io_handle_t</a:t>
            </a:r>
            <a:r>
              <a:rPr lang="en-US" altLang="zh-CN" dirty="0">
                <a:effectLst/>
              </a:rPr>
              <a:t>, </a:t>
            </a:r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8"/>
              </a:rPr>
              <a:t>sp</a:t>
            </a:r>
            <a:r>
              <a:rPr lang="en-US" altLang="zh-CN" dirty="0">
                <a:effectLst/>
              </a:rPr>
              <a:t>&lt;</a:t>
            </a:r>
            <a:r>
              <a:rPr lang="en-US" altLang="zh-CN" b="1" u="none" strike="noStrike" dirty="0" err="1">
                <a:solidFill>
                  <a:srgbClr val="990099"/>
                </a:solidFill>
                <a:effectLst/>
                <a:hlinkClick r:id="rId9"/>
              </a:rPr>
              <a:t>PlaybackThread</a:t>
            </a:r>
            <a:r>
              <a:rPr lang="en-US" altLang="zh-CN" dirty="0">
                <a:effectLst/>
              </a:rPr>
              <a:t>&gt; &gt; </a:t>
            </a:r>
            <a:r>
              <a:rPr lang="en-US" altLang="zh-CN" b="1" u="none" strike="noStrike" dirty="0" err="1">
                <a:solidFill>
                  <a:srgbClr val="CC3300"/>
                </a:solidFill>
                <a:effectLst/>
                <a:hlinkClick r:id="rId10"/>
              </a:rPr>
              <a:t>mPlaybackThreads</a:t>
            </a:r>
            <a:r>
              <a:rPr lang="en-US" altLang="zh-CN" dirty="0">
                <a:effectLst/>
              </a:rPr>
              <a:t>;</a:t>
            </a:r>
          </a:p>
          <a:p>
            <a:r>
              <a:rPr lang="en-US" altLang="zh-CN" u="sng" dirty="0" err="1">
                <a:solidFill>
                  <a:srgbClr val="202062"/>
                </a:solidFill>
                <a:effectLst/>
                <a:hlinkClick r:id="rId3"/>
              </a:rPr>
              <a:t>DefaultKeyedVector</a:t>
            </a:r>
            <a:r>
              <a:rPr lang="en-US" altLang="zh-CN" dirty="0">
                <a:effectLst/>
              </a:rPr>
              <a:t>&lt; </a:t>
            </a:r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7"/>
              </a:rPr>
              <a:t>audio_io_handle_t</a:t>
            </a:r>
            <a:r>
              <a:rPr lang="en-US" altLang="zh-CN" dirty="0">
                <a:effectLst/>
              </a:rPr>
              <a:t>, </a:t>
            </a:r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8"/>
              </a:rPr>
              <a:t>sp</a:t>
            </a:r>
            <a:r>
              <a:rPr lang="en-US" altLang="zh-CN" dirty="0">
                <a:effectLst/>
              </a:rPr>
              <a:t>&lt;</a:t>
            </a:r>
            <a:r>
              <a:rPr lang="en-US" altLang="zh-CN" b="1" u="none" strike="noStrike" dirty="0" err="1">
                <a:solidFill>
                  <a:srgbClr val="990099"/>
                </a:solidFill>
                <a:effectLst/>
                <a:hlinkClick r:id="rId11"/>
              </a:rPr>
              <a:t>RecordThread</a:t>
            </a:r>
            <a:r>
              <a:rPr lang="en-US" altLang="zh-CN" dirty="0">
                <a:effectLst/>
              </a:rPr>
              <a:t>&gt; &gt; </a:t>
            </a:r>
            <a:r>
              <a:rPr lang="en-US" altLang="zh-CN" b="1" u="none" strike="noStrike" dirty="0" err="1">
                <a:solidFill>
                  <a:srgbClr val="CC3300"/>
                </a:solidFill>
                <a:effectLst/>
                <a:hlinkClick r:id="rId12"/>
              </a:rPr>
              <a:t>mRecordThreads</a:t>
            </a:r>
            <a:r>
              <a:rPr lang="en-US" altLang="zh-CN" dirty="0">
                <a:effectLst/>
              </a:rPr>
              <a:t>;</a:t>
            </a:r>
            <a:endParaRPr lang="en-US" altLang="zh-CN" b="0" i="0" dirty="0">
              <a:effectLst/>
              <a:highlight>
                <a:srgbClr val="FFFFFF"/>
              </a:highlight>
              <a:latin typeface="DM Sans" pitchFamily="2" charset="0"/>
            </a:endParaRPr>
          </a:p>
          <a:p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这段代码定义了一个名为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mPlaybackThreads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的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DefaultKeyedVector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，它的键类型为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audio_io_handle_t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，值类型为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sp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&lt;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PlaybackThread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&gt;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。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DefaultKeyedVector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是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Android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中的一个容器类，类似于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C++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中的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map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，它可以存储键值对，并且可以通过键来快速查找值。在这里，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mPlaybackThreads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用于存储音频输出设备的句柄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(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audio_io_handle_t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)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和对应的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PlaybackThread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对象的智能指针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(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sp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&lt;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PlaybackThread</a:t>
            </a:r>
            <a:r>
              <a:rPr lang="en-US" altLang="zh-CN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&gt;)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。通过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mPlaybackThreads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，可以方便地管理和查找不同音频输出设备对应的</a:t>
            </a:r>
            <a:r>
              <a:rPr lang="en-US" altLang="zh-CN" b="0" i="0" dirty="0" err="1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PlaybackThread</a:t>
            </a:r>
            <a:r>
              <a:rPr lang="zh-CN" altLang="en-US" b="0" i="0" dirty="0"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对象。</a:t>
            </a:r>
            <a:endParaRPr lang="en-US" altLang="zh-CN" b="0" i="0" dirty="0">
              <a:effectLst/>
              <a:highlight>
                <a:srgbClr val="FFFFFF"/>
              </a:highlight>
              <a:latin typeface="DM Sans" panose="020F0502020204030204" pitchFamily="2" charset="0"/>
            </a:endParaRPr>
          </a:p>
          <a:p>
            <a:endParaRPr lang="en-US" altLang="zh-CN" b="0" i="0" dirty="0">
              <a:effectLst/>
              <a:highlight>
                <a:srgbClr val="FFFFFF"/>
              </a:highlight>
              <a:latin typeface="DM Sans" panose="020F0502020204030204" pitchFamily="2" charset="0"/>
            </a:endParaRPr>
          </a:p>
          <a:p>
            <a:r>
              <a:rPr lang="en-US" altLang="zh-CN" u="none" strike="noStrike" dirty="0" err="1">
                <a:solidFill>
                  <a:srgbClr val="2030A2"/>
                </a:solidFill>
                <a:effectLst/>
                <a:hlinkClick r:id="rId13"/>
              </a:rPr>
              <a:t>AudioStreamOut</a:t>
            </a:r>
            <a:r>
              <a:rPr lang="en-US" altLang="zh-CN" dirty="0">
                <a:effectLst/>
              </a:rPr>
              <a:t> *</a:t>
            </a:r>
            <a:r>
              <a:rPr lang="en-US" altLang="zh-CN" b="1" u="none" strike="noStrike" dirty="0" err="1">
                <a:solidFill>
                  <a:srgbClr val="CC3300"/>
                </a:solidFill>
                <a:effectLst/>
                <a:hlinkClick r:id="rId14"/>
              </a:rPr>
              <a:t>mOutput</a:t>
            </a:r>
            <a:r>
              <a:rPr lang="en-US" altLang="zh-CN" dirty="0">
                <a:effectLst/>
              </a:rPr>
              <a:t>;</a:t>
            </a:r>
            <a:endParaRPr lang="en-US" altLang="zh-CN" b="0" i="0" dirty="0">
              <a:effectLst/>
              <a:highlight>
                <a:srgbClr val="FFFFFF"/>
              </a:highlight>
              <a:latin typeface="DM Sans" panose="020F0502020204030204" pitchFamily="2" charset="0"/>
            </a:endParaRPr>
          </a:p>
          <a:p>
            <a:r>
              <a:rPr lang="en-US" altLang="zh-CN" u="sng" dirty="0" err="1">
                <a:solidFill>
                  <a:srgbClr val="202062"/>
                </a:solidFill>
                <a:effectLst/>
                <a:hlinkClick r:id="rId15"/>
              </a:rPr>
              <a:t>AudioStreamIn</a:t>
            </a:r>
            <a:r>
              <a:rPr lang="en-US" altLang="zh-CN" dirty="0">
                <a:effectLst/>
              </a:rPr>
              <a:t> *</a:t>
            </a:r>
            <a:r>
              <a:rPr lang="en-US" altLang="zh-CN" b="1" u="none" strike="noStrike" dirty="0" err="1">
                <a:solidFill>
                  <a:srgbClr val="CC3300"/>
                </a:solidFill>
                <a:effectLst/>
                <a:hlinkClick r:id="rId16"/>
              </a:rPr>
              <a:t>mInput</a:t>
            </a:r>
            <a:r>
              <a:rPr lang="en-US" altLang="zh-CN" dirty="0">
                <a:effectLst/>
              </a:rPr>
              <a:t>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B9860-C82C-4F73-ADE6-135604AA161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169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B9860-C82C-4F73-ADE6-135604AA16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821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B9860-C82C-4F73-ADE6-135604AA161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793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44335-C813-AC2E-BFE7-AA7569AEC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BED688-7FD9-17A3-AAE7-F13DBCD70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D139A9-597A-E78C-465A-35E8D93A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527DEF-DE4A-C48B-7811-DDC1D9C5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9C2CFF-6F07-F49D-D7FA-002F792E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071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BA3B4-2999-B8A2-AADC-8023DBF4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F77EF-EAF7-626A-AFF8-C14B28FC1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1610DB-2ED3-49CC-5E0F-789C1880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6994E4-AF3F-77BB-0E06-D421E289E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BC3436-0C02-A277-6B68-E4C02543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59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C3936-2033-8461-11B3-5B1D60CC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8E3084-80BC-4F97-9B79-FAF9AB6A5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559EC1-F469-C387-F0B7-04022CDA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9BB27B-4945-EF0F-273B-526C25C7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44BFB-BC7B-A81F-AF65-A648145E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86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0F3BC-7D02-426F-DD51-274CBB95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632D4E-67FC-DF98-E98E-4796FA84F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765AF0-65D7-FFA2-8152-8CB99D56F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5EF394-269F-6887-78EA-B85FB7B41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3EDC72-F0C1-472B-1B24-A6CF3E97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8140AB-92AC-673A-BA68-41ECF8D3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43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3C3B60-C3E4-AD8F-EC60-08569D0B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DF3284-B574-E0A9-815C-7FDCE267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747BDD-E767-5705-BB9D-ECE7A33FE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811CEE-0544-0F85-935E-575F9C19A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C6B48D-B491-2FD2-BC5A-3239F1DAC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1044B1-EEF0-1717-7F9B-6755E71B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DB6383-D709-CD6B-2DCB-95FCBAC6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39433F-7601-57C9-5546-8DB302A5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46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ECEDA-1D04-290B-F7EE-DC3F882E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809D09-0515-3E93-25E3-24FAE2FAB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3EE436-2D41-8C1D-4073-10994FCC4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39210F-7877-AC8A-EC6F-85FFCE65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87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1E7A49-101D-07D6-FFBA-75A143E9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9997CE-B69A-4BF7-540E-4310EC99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6A36C7-1605-A4AF-21CF-E7AE486B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9E9F0-7E90-27E3-5A8D-75468AAC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36CA74-1716-1C67-0607-4A1275928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50732F-E26E-2B93-EFF9-3FBAE0D9C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8B9590-29CE-FF94-8DDC-EC01CB3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21B930-6D14-407C-0751-ACA37835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5510A0-96B8-951C-556A-8EF4095D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34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1BDFF-1B2E-9129-9D3C-6FA9E1C9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227E4D-A669-63EB-0736-D981DCB39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CB8A4F-1A63-16AE-F56D-0638E60E1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704E6B-E3CE-5D39-91AD-4C08EBCD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32A121-E05E-B5D4-A444-1B91989E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5DC31A-7343-E338-D011-282EE537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6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95054-279E-2DF5-90D4-BE0D0D26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0A695A-6684-E347-1C76-FF462DB01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998BD8-F0A2-E281-6894-54C1E1A6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B998B3-B332-4801-D2B6-55B7571A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3A19B-C2B0-1543-5C51-126D69B9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028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ABFF1-70E4-A153-F642-9E778478C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B0FD2B-82CB-96AC-780B-15AF18D82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07F103-FAF2-22AD-378E-C2BB2498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A9EE5-A4A7-9A51-E06F-92890199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A46BE6-65E3-5D75-ED7B-29D4908F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90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B1FB5F-1F65-6830-7D4A-036CFA20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40EB5D-50AC-49E6-1EC1-26B26CB9C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EE3544-5FCB-4586-DA35-FAC5FF91C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FA202-3B0C-427E-9DAE-E9C10AF8FE01}" type="datetimeFigureOut">
              <a:rPr lang="zh-CN" altLang="en-US" smtClean="0"/>
              <a:t>2025/2/12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2B8A0F-BE2F-FA5A-33D8-5E3587954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0D63DC-1DA0-0248-17C2-FE5ECA037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5425D-0860-4ED4-9D3E-F2802EBA9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92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E3FE679E-ABA9-D4A5-6244-1BA527E81237}"/>
              </a:ext>
            </a:extLst>
          </p:cNvPr>
          <p:cNvGrpSpPr/>
          <p:nvPr/>
        </p:nvGrpSpPr>
        <p:grpSpPr>
          <a:xfrm>
            <a:off x="227942" y="4915006"/>
            <a:ext cx="9004422" cy="1809066"/>
            <a:chOff x="698090" y="4915008"/>
            <a:chExt cx="9004422" cy="1809066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473DD15E-E9FF-4EB3-CE0A-E4ACD3E85E1B}"/>
                </a:ext>
              </a:extLst>
            </p:cNvPr>
            <p:cNvSpPr/>
            <p:nvPr/>
          </p:nvSpPr>
          <p:spPr>
            <a:xfrm>
              <a:off x="698090" y="4915008"/>
              <a:ext cx="9004422" cy="1809066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4BEE027A-156E-3C06-0256-D6F86E01FAE2}"/>
                </a:ext>
              </a:extLst>
            </p:cNvPr>
            <p:cNvSpPr/>
            <p:nvPr/>
          </p:nvSpPr>
          <p:spPr>
            <a:xfrm rot="10800000" flipV="1">
              <a:off x="698334" y="4915008"/>
              <a:ext cx="1096316" cy="54864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AudioHal</a:t>
              </a:r>
              <a:r>
                <a:rPr lang="zh-CN" altLang="en-US" sz="1600" dirty="0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进程</a:t>
              </a: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740AED51-D4B6-79DE-4F92-ED9617E38FE1}"/>
              </a:ext>
            </a:extLst>
          </p:cNvPr>
          <p:cNvGrpSpPr/>
          <p:nvPr/>
        </p:nvGrpSpPr>
        <p:grpSpPr>
          <a:xfrm>
            <a:off x="228294" y="2916496"/>
            <a:ext cx="10365248" cy="1751138"/>
            <a:chOff x="1284284" y="2960545"/>
            <a:chExt cx="8858737" cy="1751138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4F2E0688-72A8-BBF8-BA36-CB8FCE3DC069}"/>
                </a:ext>
              </a:extLst>
            </p:cNvPr>
            <p:cNvSpPr/>
            <p:nvPr/>
          </p:nvSpPr>
          <p:spPr>
            <a:xfrm>
              <a:off x="1284284" y="2960545"/>
              <a:ext cx="8858737" cy="1751138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E8066C27-0BF5-C610-A306-29AA9146C5F3}"/>
                </a:ext>
              </a:extLst>
            </p:cNvPr>
            <p:cNvSpPr/>
            <p:nvPr/>
          </p:nvSpPr>
          <p:spPr>
            <a:xfrm rot="10800000" flipV="1">
              <a:off x="1285410" y="2960545"/>
              <a:ext cx="1400218" cy="54864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AudioServer</a:t>
              </a:r>
              <a:r>
                <a:rPr lang="zh-CN" altLang="en-US" sz="1600" dirty="0">
                  <a:solidFill>
                    <a:schemeClr val="accent2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进程</a:t>
              </a: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26B6846C-C593-B608-E358-CB174E1EA99E}"/>
              </a:ext>
            </a:extLst>
          </p:cNvPr>
          <p:cNvGrpSpPr/>
          <p:nvPr/>
        </p:nvGrpSpPr>
        <p:grpSpPr>
          <a:xfrm>
            <a:off x="9280378" y="8456"/>
            <a:ext cx="2574912" cy="2651597"/>
            <a:chOff x="8758038" y="0"/>
            <a:chExt cx="2446242" cy="2709717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61561682-B655-765C-7D22-C3682F9CA4AA}"/>
                </a:ext>
              </a:extLst>
            </p:cNvPr>
            <p:cNvSpPr/>
            <p:nvPr/>
          </p:nvSpPr>
          <p:spPr>
            <a:xfrm>
              <a:off x="8758038" y="0"/>
              <a:ext cx="2446242" cy="2709717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5EF348C3-65F4-F09D-56DC-08A288B692E3}"/>
                </a:ext>
              </a:extLst>
            </p:cNvPr>
            <p:cNvSpPr/>
            <p:nvPr/>
          </p:nvSpPr>
          <p:spPr>
            <a:xfrm rot="10800000" flipV="1">
              <a:off x="9664348" y="2149522"/>
              <a:ext cx="1537869" cy="560195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chemeClr val="accent6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SystemServer</a:t>
              </a:r>
              <a:r>
                <a:rPr lang="zh-CN" altLang="en-US" sz="1600" dirty="0">
                  <a:solidFill>
                    <a:schemeClr val="accent6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进程</a:t>
              </a: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825BA95A-127F-A1EC-F37B-D0F8637EF760}"/>
              </a:ext>
            </a:extLst>
          </p:cNvPr>
          <p:cNvGrpSpPr/>
          <p:nvPr/>
        </p:nvGrpSpPr>
        <p:grpSpPr>
          <a:xfrm>
            <a:off x="226671" y="8456"/>
            <a:ext cx="8640810" cy="2651597"/>
            <a:chOff x="850488" y="-2"/>
            <a:chExt cx="7408493" cy="2659874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291799F-9245-AD1D-3A28-ACD61E128D30}"/>
                </a:ext>
              </a:extLst>
            </p:cNvPr>
            <p:cNvSpPr/>
            <p:nvPr/>
          </p:nvSpPr>
          <p:spPr>
            <a:xfrm>
              <a:off x="850488" y="0"/>
              <a:ext cx="7408493" cy="265987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96C77B2F-D08E-C8FE-314D-43535E58F8C4}"/>
                </a:ext>
              </a:extLst>
            </p:cNvPr>
            <p:cNvSpPr/>
            <p:nvPr/>
          </p:nvSpPr>
          <p:spPr>
            <a:xfrm rot="10800000" flipV="1">
              <a:off x="853009" y="-2"/>
              <a:ext cx="1096316" cy="550353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App</a:t>
              </a:r>
              <a:r>
                <a:rPr lang="zh-CN" altLang="en-US" sz="1600" dirty="0">
                  <a:solidFill>
                    <a:schemeClr val="accent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进程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097A92F5-C171-ABA1-0B3A-2DDEAAF58AD0}"/>
              </a:ext>
            </a:extLst>
          </p:cNvPr>
          <p:cNvSpPr/>
          <p:nvPr/>
        </p:nvSpPr>
        <p:spPr>
          <a:xfrm>
            <a:off x="1541612" y="195950"/>
            <a:ext cx="1903845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frameworks/base/media/java/android/media/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AudioTrack.java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A57355-ACE7-088E-4342-105DC6B4380C}"/>
              </a:ext>
            </a:extLst>
          </p:cNvPr>
          <p:cNvSpPr/>
          <p:nvPr/>
        </p:nvSpPr>
        <p:spPr>
          <a:xfrm>
            <a:off x="1160998" y="5521507"/>
            <a:ext cx="2210403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vendor/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qcom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/opensource/audio-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/primary-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AudioDevice.cpp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63CBEF-13EC-D007-1B1B-5AD94CF52B87}"/>
              </a:ext>
            </a:extLst>
          </p:cNvPr>
          <p:cNvSpPr/>
          <p:nvPr/>
        </p:nvSpPr>
        <p:spPr>
          <a:xfrm>
            <a:off x="1048780" y="1295454"/>
            <a:ext cx="2900345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frameworks/base/core/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jni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android_media_AudioTrack.cpp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373D2C-8EA1-A6CB-09C0-0EBC3F1E92A4}"/>
              </a:ext>
            </a:extLst>
          </p:cNvPr>
          <p:cNvSpPr/>
          <p:nvPr/>
        </p:nvSpPr>
        <p:spPr>
          <a:xfrm>
            <a:off x="1605732" y="2069830"/>
            <a:ext cx="1765669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frameworks/av/media/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libaudioclient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AudioTrack.cpp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198CB4-DCA5-78C5-0C3D-F17FF57F9BAB}"/>
              </a:ext>
            </a:extLst>
          </p:cNvPr>
          <p:cNvSpPr/>
          <p:nvPr/>
        </p:nvSpPr>
        <p:spPr>
          <a:xfrm>
            <a:off x="4665203" y="199715"/>
            <a:ext cx="1907910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frameworks/base/media/java/android/media/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AudioRecord.java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1C3F5B-C415-1281-41D6-25B6BD2DB497}"/>
              </a:ext>
            </a:extLst>
          </p:cNvPr>
          <p:cNvSpPr/>
          <p:nvPr/>
        </p:nvSpPr>
        <p:spPr>
          <a:xfrm>
            <a:off x="4112041" y="1312225"/>
            <a:ext cx="3013262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frameworks/base/core/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jni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android_media_AudioRecord.cpp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46C9B0-FB8B-D773-B522-AB8B69193CF2}"/>
              </a:ext>
            </a:extLst>
          </p:cNvPr>
          <p:cNvSpPr/>
          <p:nvPr/>
        </p:nvSpPr>
        <p:spPr>
          <a:xfrm>
            <a:off x="4770221" y="2068960"/>
            <a:ext cx="1696902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frameworks/av/media/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libaudioclient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AudioRecord.cpp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F44314-80C1-B659-CE9A-E2A12CC3BFD6}"/>
              </a:ext>
            </a:extLst>
          </p:cNvPr>
          <p:cNvSpPr/>
          <p:nvPr/>
        </p:nvSpPr>
        <p:spPr>
          <a:xfrm>
            <a:off x="6654625" y="205866"/>
            <a:ext cx="2157784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frameworks/base/media/java/android/media/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AudioManager.java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F22939-D02D-7FE7-A779-D6B7687306EB}"/>
              </a:ext>
            </a:extLst>
          </p:cNvPr>
          <p:cNvSpPr/>
          <p:nvPr/>
        </p:nvSpPr>
        <p:spPr>
          <a:xfrm>
            <a:off x="5877304" y="5512436"/>
            <a:ext cx="2289771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vendor/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qcom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/opensource/audio-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/primary-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AudioStream.cpp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856721-F0FE-5680-9EF1-9683E5A4D64C}"/>
              </a:ext>
            </a:extLst>
          </p:cNvPr>
          <p:cNvSpPr/>
          <p:nvPr/>
        </p:nvSpPr>
        <p:spPr>
          <a:xfrm>
            <a:off x="3775745" y="6252441"/>
            <a:ext cx="1720097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hardware/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libhardware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/include/hardware/</a:t>
            </a:r>
          </a:p>
          <a:p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audio.h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634400-E9F8-DF73-FC29-BE315BB6FCF0}"/>
              </a:ext>
            </a:extLst>
          </p:cNvPr>
          <p:cNvSpPr/>
          <p:nvPr/>
        </p:nvSpPr>
        <p:spPr>
          <a:xfrm>
            <a:off x="3530593" y="5512436"/>
            <a:ext cx="2210403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vendor/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qcom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/opensource/audio-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/primary-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AudioStream.cpp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70674D-6B68-15A6-CD08-BA8B5A91B654}"/>
              </a:ext>
            </a:extLst>
          </p:cNvPr>
          <p:cNvSpPr/>
          <p:nvPr/>
        </p:nvSpPr>
        <p:spPr>
          <a:xfrm>
            <a:off x="1405385" y="6255084"/>
            <a:ext cx="1721628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hardware/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libhardware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/include/hardware/</a:t>
            </a:r>
          </a:p>
          <a:p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audio.h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2C9F17-5AF1-C53D-6751-2BD060193FE1}"/>
              </a:ext>
            </a:extLst>
          </p:cNvPr>
          <p:cNvSpPr/>
          <p:nvPr/>
        </p:nvSpPr>
        <p:spPr>
          <a:xfrm>
            <a:off x="6106396" y="6252441"/>
            <a:ext cx="1827543" cy="397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hardware/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libhardware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/include/hardware/</a:t>
            </a:r>
          </a:p>
          <a:p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audio.h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144A84-DBAF-152B-EDEF-432841229C5C}"/>
              </a:ext>
            </a:extLst>
          </p:cNvPr>
          <p:cNvSpPr/>
          <p:nvPr/>
        </p:nvSpPr>
        <p:spPr>
          <a:xfrm>
            <a:off x="9707682" y="208395"/>
            <a:ext cx="2018940" cy="39716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frameworks/base/core/java/com/android/server/audio/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AudioService.java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D62E7B-7E50-388C-3C6B-0F73B04395D1}"/>
              </a:ext>
            </a:extLst>
          </p:cNvPr>
          <p:cNvSpPr/>
          <p:nvPr/>
        </p:nvSpPr>
        <p:spPr>
          <a:xfrm>
            <a:off x="7554315" y="1312225"/>
            <a:ext cx="3039227" cy="39716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frameworks/base/core/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jni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android_media_AudioSystem.cpp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66CCA6-2154-2FDB-A268-A0CBE2850F88}"/>
              </a:ext>
            </a:extLst>
          </p:cNvPr>
          <p:cNvSpPr/>
          <p:nvPr/>
        </p:nvSpPr>
        <p:spPr>
          <a:xfrm>
            <a:off x="8191095" y="2065838"/>
            <a:ext cx="1765669" cy="39716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frameworks/av/media/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libaudioclient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AudioSystem.cpp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6D55F0-EE96-D258-89DF-B94B9009BEB8}"/>
              </a:ext>
            </a:extLst>
          </p:cNvPr>
          <p:cNvSpPr/>
          <p:nvPr/>
        </p:nvSpPr>
        <p:spPr>
          <a:xfrm>
            <a:off x="8103004" y="739429"/>
            <a:ext cx="1929468" cy="39716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frameworks/base/media/java/android/media/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AudioSystem.java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51632A-147E-8AFD-847F-CB62CF6E3D88}"/>
              </a:ext>
            </a:extLst>
          </p:cNvPr>
          <p:cNvSpPr/>
          <p:nvPr/>
        </p:nvSpPr>
        <p:spPr>
          <a:xfrm>
            <a:off x="3758196" y="3238699"/>
            <a:ext cx="1765668" cy="38648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frameworks/av/services/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audioflinger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AudioFlinger.cpp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6ECC89-A50C-7044-5433-EACAB4586104}"/>
              </a:ext>
            </a:extLst>
          </p:cNvPr>
          <p:cNvSpPr/>
          <p:nvPr/>
        </p:nvSpPr>
        <p:spPr>
          <a:xfrm>
            <a:off x="1385222" y="4131200"/>
            <a:ext cx="1765667" cy="3971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frameworks/av/media/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libaudiohal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impl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DeviceHalHidl.cpp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5B8248-7959-BDEE-F2B1-2CF1F5A8265E}"/>
              </a:ext>
            </a:extLst>
          </p:cNvPr>
          <p:cNvSpPr/>
          <p:nvPr/>
        </p:nvSpPr>
        <p:spPr>
          <a:xfrm>
            <a:off x="3699330" y="4125422"/>
            <a:ext cx="1883396" cy="3971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frameworks/av/media/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libaudiohal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impl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StreamHalHidl.cpp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3EE73E4-1852-B2C0-9E17-0DC03F32F376}"/>
              </a:ext>
            </a:extLst>
          </p:cNvPr>
          <p:cNvSpPr/>
          <p:nvPr/>
        </p:nvSpPr>
        <p:spPr>
          <a:xfrm>
            <a:off x="6078470" y="4120678"/>
            <a:ext cx="1883396" cy="3971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frameworks/av/media/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libaudiohal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impl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StreamHalHidl.cpp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ADC068-BFAF-D7B1-00DF-91A13338106F}"/>
              </a:ext>
            </a:extLst>
          </p:cNvPr>
          <p:cNvSpPr/>
          <p:nvPr/>
        </p:nvSpPr>
        <p:spPr>
          <a:xfrm>
            <a:off x="7986952" y="3228016"/>
            <a:ext cx="2173952" cy="39716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frameworks/av/services/</a:t>
            </a:r>
            <a:r>
              <a:rPr lang="en-US" altLang="zh-CN" sz="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audiopolicy</a:t>
            </a:r>
            <a:r>
              <a:rPr lang="en-US" altLang="zh-CN" sz="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/service/</a:t>
            </a:r>
          </a:p>
          <a:p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AudioPolicyService.cpp</a:t>
            </a:r>
            <a:endParaRPr lang="zh-CN" alt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B8FCA61-1657-CCCB-53EE-329527F1202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2493535" y="593114"/>
            <a:ext cx="5418" cy="702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ABA6FFC-319C-7908-A614-AB6777E0E14C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2488567" y="1692618"/>
            <a:ext cx="10386" cy="377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AAB71956-CD54-9A4F-213C-A796773EDAF6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rot="16200000" flipH="1">
            <a:off x="3178946" y="1776614"/>
            <a:ext cx="771705" cy="215246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0A20AAEC-1ACE-022F-C643-BC30768D746B}"/>
              </a:ext>
            </a:extLst>
          </p:cNvPr>
          <p:cNvCxnSpPr>
            <a:cxnSpLocks/>
            <a:stCxn id="12" idx="2"/>
            <a:endCxn id="23" idx="0"/>
          </p:cNvCxnSpPr>
          <p:nvPr/>
        </p:nvCxnSpPr>
        <p:spPr>
          <a:xfrm rot="5400000">
            <a:off x="4743564" y="2363590"/>
            <a:ext cx="772575" cy="9776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9150A6D-E5F3-C487-D2BD-288F9BAF5F8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5618672" y="596879"/>
            <a:ext cx="486" cy="715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D017445-5EE3-302A-8128-12831482C4E3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618672" y="1709389"/>
            <a:ext cx="0" cy="359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D087F870-525A-E9E1-A2B6-7550B9D31015}"/>
              </a:ext>
            </a:extLst>
          </p:cNvPr>
          <p:cNvCxnSpPr>
            <a:cxnSpLocks/>
            <a:stCxn id="13" idx="2"/>
            <a:endCxn id="22" idx="1"/>
          </p:cNvCxnSpPr>
          <p:nvPr/>
        </p:nvCxnSpPr>
        <p:spPr>
          <a:xfrm rot="16200000" flipH="1">
            <a:off x="7750770" y="585776"/>
            <a:ext cx="334981" cy="3694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D0D512EC-88EF-7F11-B3FB-CC18815EAB7B}"/>
              </a:ext>
            </a:extLst>
          </p:cNvPr>
          <p:cNvCxnSpPr>
            <a:cxnSpLocks/>
            <a:stCxn id="19" idx="2"/>
            <a:endCxn id="22" idx="3"/>
          </p:cNvCxnSpPr>
          <p:nvPr/>
        </p:nvCxnSpPr>
        <p:spPr>
          <a:xfrm rot="5400000">
            <a:off x="10208586" y="429445"/>
            <a:ext cx="332452" cy="6846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FF93E21-AC5C-1331-E109-E039A74C9AB0}"/>
              </a:ext>
            </a:extLst>
          </p:cNvPr>
          <p:cNvCxnSpPr>
            <a:cxnSpLocks/>
            <a:stCxn id="22" idx="2"/>
            <a:endCxn id="20" idx="0"/>
          </p:cNvCxnSpPr>
          <p:nvPr/>
        </p:nvCxnSpPr>
        <p:spPr>
          <a:xfrm>
            <a:off x="9067738" y="1136593"/>
            <a:ext cx="6191" cy="17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FD8C487-8617-7ECA-5909-305EDF4A619F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9073929" y="1709389"/>
            <a:ext cx="1" cy="35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66BC8AC-29DD-7389-8D00-97FB4D4F00AA}"/>
              </a:ext>
            </a:extLst>
          </p:cNvPr>
          <p:cNvCxnSpPr>
            <a:cxnSpLocks/>
            <a:stCxn id="21" idx="2"/>
            <a:endCxn id="27" idx="0"/>
          </p:cNvCxnSpPr>
          <p:nvPr/>
        </p:nvCxnSpPr>
        <p:spPr>
          <a:xfrm flipH="1">
            <a:off x="9073928" y="2463002"/>
            <a:ext cx="2" cy="765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F21F20F9-5B53-6438-C5C1-25B465898AFD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rot="5400000">
            <a:off x="3201534" y="2691703"/>
            <a:ext cx="506019" cy="23729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50701708-424C-8F1B-42C9-9F497403BFED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rot="16200000" flipH="1">
            <a:off x="5582851" y="2683360"/>
            <a:ext cx="495497" cy="23791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E86B364-B7C3-60F1-23AF-2AB9D653BF2A}"/>
              </a:ext>
            </a:extLst>
          </p:cNvPr>
          <p:cNvCxnSpPr>
            <a:cxnSpLocks/>
            <a:stCxn id="24" idx="2"/>
            <a:endCxn id="7" idx="0"/>
          </p:cNvCxnSpPr>
          <p:nvPr/>
        </p:nvCxnSpPr>
        <p:spPr>
          <a:xfrm flipH="1">
            <a:off x="2266200" y="4528364"/>
            <a:ext cx="1856" cy="993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19F63B8-06A5-5F01-8ACD-F11358849D0C}"/>
              </a:ext>
            </a:extLst>
          </p:cNvPr>
          <p:cNvCxnSpPr>
            <a:cxnSpLocks/>
            <a:stCxn id="25" idx="2"/>
            <a:endCxn id="16" idx="0"/>
          </p:cNvCxnSpPr>
          <p:nvPr/>
        </p:nvCxnSpPr>
        <p:spPr>
          <a:xfrm flipH="1">
            <a:off x="4635795" y="4522586"/>
            <a:ext cx="5233" cy="989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CFD0855-8397-8A94-39FE-DE3514899C65}"/>
              </a:ext>
            </a:extLst>
          </p:cNvPr>
          <p:cNvCxnSpPr>
            <a:cxnSpLocks/>
            <a:stCxn id="26" idx="2"/>
            <a:endCxn id="14" idx="0"/>
          </p:cNvCxnSpPr>
          <p:nvPr/>
        </p:nvCxnSpPr>
        <p:spPr>
          <a:xfrm>
            <a:off x="7020168" y="4517842"/>
            <a:ext cx="2022" cy="994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72A4602-7718-1AD6-C271-24CAF7C6FA14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flipH="1">
            <a:off x="2266199" y="5918671"/>
            <a:ext cx="1" cy="3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5FDE302-6A5C-DAC8-D68B-355364649C00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flipH="1">
            <a:off x="4635794" y="5909600"/>
            <a:ext cx="1" cy="342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631EEDE0-909D-8AAE-B655-D3EF18818968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 flipH="1">
            <a:off x="7020168" y="5909600"/>
            <a:ext cx="2022" cy="342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9E5F12EE-60E1-771D-1DE7-9647DD47923B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8812409" y="404448"/>
            <a:ext cx="895273" cy="2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84A1D515-4E8C-B0CF-2FEC-713327D7C4CE}"/>
              </a:ext>
            </a:extLst>
          </p:cNvPr>
          <p:cNvCxnSpPr>
            <a:cxnSpLocks/>
            <a:stCxn id="27" idx="1"/>
            <a:endCxn id="23" idx="3"/>
          </p:cNvCxnSpPr>
          <p:nvPr/>
        </p:nvCxnSpPr>
        <p:spPr>
          <a:xfrm flipH="1">
            <a:off x="5523864" y="3426598"/>
            <a:ext cx="2463088" cy="5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353C7616-CAFA-55FC-C89F-1BCD2EBDBCF4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 flipH="1">
            <a:off x="4641028" y="3625181"/>
            <a:ext cx="2" cy="500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65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F48B5E0-3AA4-B215-A2B5-6807786F0B21}"/>
              </a:ext>
            </a:extLst>
          </p:cNvPr>
          <p:cNvCxnSpPr>
            <a:cxnSpLocks/>
            <a:stCxn id="2" idx="2"/>
            <a:endCxn id="16" idx="0"/>
          </p:cNvCxnSpPr>
          <p:nvPr/>
        </p:nvCxnSpPr>
        <p:spPr>
          <a:xfrm>
            <a:off x="5930339" y="2438016"/>
            <a:ext cx="0" cy="2665082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9A2C7B81-D9CA-3386-510E-9C637487FE66}"/>
              </a:ext>
            </a:extLst>
          </p:cNvPr>
          <p:cNvGrpSpPr/>
          <p:nvPr/>
        </p:nvGrpSpPr>
        <p:grpSpPr>
          <a:xfrm>
            <a:off x="5184577" y="1683047"/>
            <a:ext cx="1491524" cy="754969"/>
            <a:chOff x="5135418" y="83931"/>
            <a:chExt cx="1921164" cy="75496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4D6E676-12D0-17B2-E357-4039B63B9674}"/>
                </a:ext>
              </a:extLst>
            </p:cNvPr>
            <p:cNvSpPr/>
            <p:nvPr/>
          </p:nvSpPr>
          <p:spPr>
            <a:xfrm>
              <a:off x="5135418" y="385216"/>
              <a:ext cx="1921164" cy="4536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mAudioHwDevs</a:t>
              </a:r>
              <a:endParaRPr lang="en-US" altLang="zh-CN" sz="800" dirty="0">
                <a:solidFill>
                  <a:schemeClr val="tx2"/>
                </a:solidFill>
              </a:endParaRPr>
            </a:p>
            <a:p>
              <a:r>
                <a:rPr lang="en-US" altLang="zh-CN" sz="800" dirty="0" err="1">
                  <a:solidFill>
                    <a:schemeClr val="tx2"/>
                  </a:solidFill>
                </a:rPr>
                <a:t>mPlaybackThreads</a:t>
              </a:r>
              <a:endParaRPr lang="en-US" altLang="zh-CN" sz="800" dirty="0">
                <a:solidFill>
                  <a:schemeClr val="tx2"/>
                </a:solidFill>
              </a:endParaRPr>
            </a:p>
            <a:p>
              <a:r>
                <a:rPr lang="en-US" altLang="zh-CN" sz="800" dirty="0" err="1">
                  <a:solidFill>
                    <a:schemeClr val="tx2"/>
                  </a:solidFill>
                </a:rPr>
                <a:t>mRecordThreads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1AD79B1-2203-A226-00D3-9BCDA950E6D1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AudioFlinger</a:t>
              </a:r>
              <a:endParaRPr lang="zh-CN" altLang="en-US" sz="7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66CE15D-41DE-6306-36A6-F65EC99E2F00}"/>
              </a:ext>
            </a:extLst>
          </p:cNvPr>
          <p:cNvGrpSpPr/>
          <p:nvPr/>
        </p:nvGrpSpPr>
        <p:grpSpPr>
          <a:xfrm>
            <a:off x="5184577" y="5103098"/>
            <a:ext cx="1491524" cy="600418"/>
            <a:chOff x="5135418" y="83931"/>
            <a:chExt cx="1921164" cy="52918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20D87CB-56AF-BEF5-1F54-FA891E2B8BF3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mHwDevice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5797C36-5E91-AE89-5DDB-A670C08D0DFB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AudioHwDevice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59D389E-7CE6-A2F3-A5B1-1EE409088CC5}"/>
              </a:ext>
            </a:extLst>
          </p:cNvPr>
          <p:cNvGrpSpPr/>
          <p:nvPr/>
        </p:nvGrpSpPr>
        <p:grpSpPr>
          <a:xfrm>
            <a:off x="2908811" y="4134120"/>
            <a:ext cx="2118550" cy="602569"/>
            <a:chOff x="5135418" y="83931"/>
            <a:chExt cx="1921164" cy="60256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15A2CF5-A631-4339-79B9-D5E3B03F3C2C}"/>
                </a:ext>
              </a:extLst>
            </p:cNvPr>
            <p:cNvSpPr/>
            <p:nvPr/>
          </p:nvSpPr>
          <p:spPr>
            <a:xfrm>
              <a:off x="5135418" y="385216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mTracks</a:t>
              </a:r>
              <a:endParaRPr lang="en-US" altLang="zh-CN" sz="800" dirty="0">
                <a:solidFill>
                  <a:schemeClr val="tx2"/>
                </a:solidFill>
              </a:endParaRPr>
            </a:p>
            <a:p>
              <a:r>
                <a:rPr lang="en-US" altLang="zh-CN" sz="800" dirty="0" err="1">
                  <a:solidFill>
                    <a:schemeClr val="tx2"/>
                  </a:solidFill>
                </a:rPr>
                <a:t>mOutput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1A303C8-AFE1-60DD-8033-566076A38AB4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AudioFlinger.PlaybackThread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59EE0A3-7796-B2CB-FACD-479F97EE0E8D}"/>
              </a:ext>
            </a:extLst>
          </p:cNvPr>
          <p:cNvGrpSpPr/>
          <p:nvPr/>
        </p:nvGrpSpPr>
        <p:grpSpPr>
          <a:xfrm>
            <a:off x="6832861" y="4136652"/>
            <a:ext cx="2149650" cy="609561"/>
            <a:chOff x="5135418" y="83931"/>
            <a:chExt cx="1921164" cy="609561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1B51916-D645-6A93-1776-79F34162E2C0}"/>
                </a:ext>
              </a:extLst>
            </p:cNvPr>
            <p:cNvSpPr/>
            <p:nvPr/>
          </p:nvSpPr>
          <p:spPr>
            <a:xfrm>
              <a:off x="5135418" y="385216"/>
              <a:ext cx="1921164" cy="30827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mTracks</a:t>
              </a:r>
              <a:endParaRPr lang="en-US" altLang="zh-CN" sz="800" dirty="0">
                <a:solidFill>
                  <a:schemeClr val="tx2"/>
                </a:solidFill>
              </a:endParaRPr>
            </a:p>
            <a:p>
              <a:r>
                <a:rPr lang="en-US" altLang="zh-CN" sz="800" dirty="0" err="1">
                  <a:solidFill>
                    <a:schemeClr val="tx2"/>
                  </a:solidFill>
                </a:rPr>
                <a:t>mInput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9E66EAA-D6CD-FABB-BAC9-65525AC5CB54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AudioFlinger.RecordThread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D386E6BA-15A0-2702-6D4B-05B9A1E98AE2}"/>
              </a:ext>
            </a:extLst>
          </p:cNvPr>
          <p:cNvCxnSpPr>
            <a:stCxn id="2" idx="1"/>
            <a:endCxn id="23" idx="0"/>
          </p:cNvCxnSpPr>
          <p:nvPr/>
        </p:nvCxnSpPr>
        <p:spPr>
          <a:xfrm rot="10800000" flipV="1">
            <a:off x="3968087" y="2211174"/>
            <a:ext cx="1216491" cy="1922946"/>
          </a:xfrm>
          <a:prstGeom prst="bentConnector2">
            <a:avLst/>
          </a:prstGeom>
          <a:ln w="15875">
            <a:solidFill>
              <a:schemeClr val="accent3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F49AC5C4-6FA2-C8AB-B5E4-F82092243AF5}"/>
              </a:ext>
            </a:extLst>
          </p:cNvPr>
          <p:cNvCxnSpPr>
            <a:stCxn id="2" idx="3"/>
            <a:endCxn id="28" idx="0"/>
          </p:cNvCxnSpPr>
          <p:nvPr/>
        </p:nvCxnSpPr>
        <p:spPr>
          <a:xfrm>
            <a:off x="6676101" y="2211174"/>
            <a:ext cx="1231585" cy="1925478"/>
          </a:xfrm>
          <a:prstGeom prst="bentConnector2">
            <a:avLst/>
          </a:prstGeom>
          <a:ln w="15875">
            <a:solidFill>
              <a:schemeClr val="accent3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AE238554-9B6F-1B38-01AE-398D082F0530}"/>
              </a:ext>
            </a:extLst>
          </p:cNvPr>
          <p:cNvGrpSpPr/>
          <p:nvPr/>
        </p:nvGrpSpPr>
        <p:grpSpPr>
          <a:xfrm>
            <a:off x="2906109" y="5109629"/>
            <a:ext cx="2118551" cy="602569"/>
            <a:chOff x="5135418" y="83931"/>
            <a:chExt cx="1921164" cy="602569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E4236C1-C25B-3F90-13F7-4A48D96B3870}"/>
                </a:ext>
              </a:extLst>
            </p:cNvPr>
            <p:cNvSpPr/>
            <p:nvPr/>
          </p:nvSpPr>
          <p:spPr>
            <a:xfrm>
              <a:off x="5135418" y="385216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audioHwDev</a:t>
              </a:r>
              <a:endParaRPr lang="en-US" altLang="zh-CN" sz="800" dirty="0">
                <a:solidFill>
                  <a:schemeClr val="tx2"/>
                </a:solidFill>
              </a:endParaRPr>
            </a:p>
            <a:p>
              <a:r>
                <a:rPr lang="en-US" altLang="zh-CN" sz="800" dirty="0">
                  <a:solidFill>
                    <a:schemeClr val="tx2"/>
                  </a:solidFill>
                </a:rPr>
                <a:t>stream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F60799EB-4FCA-7454-25A0-3D0B38C6A181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AudioStreamOut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26A2E02-1AD1-31CD-6D67-BE33DD7E2AEA}"/>
              </a:ext>
            </a:extLst>
          </p:cNvPr>
          <p:cNvGrpSpPr/>
          <p:nvPr/>
        </p:nvGrpSpPr>
        <p:grpSpPr>
          <a:xfrm>
            <a:off x="2906108" y="5977158"/>
            <a:ext cx="2118551" cy="602569"/>
            <a:chOff x="5135418" y="83931"/>
            <a:chExt cx="1921164" cy="602569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9C7C01A-3F45-E50D-52F6-92A32BA8004F}"/>
                </a:ext>
              </a:extLst>
            </p:cNvPr>
            <p:cNvSpPr/>
            <p:nvPr/>
          </p:nvSpPr>
          <p:spPr>
            <a:xfrm>
              <a:off x="5135418" y="385216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sz="800" dirty="0">
                <a:solidFill>
                  <a:schemeClr val="tx2"/>
                </a:solidFill>
              </a:endParaRPr>
            </a:p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18C63E0-F8FF-2E35-845E-5DD4C36D84FF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StreamOutHalInterface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791475F-C0FC-BAC7-6887-52EC13AB2999}"/>
              </a:ext>
            </a:extLst>
          </p:cNvPr>
          <p:cNvGrpSpPr/>
          <p:nvPr/>
        </p:nvGrpSpPr>
        <p:grpSpPr>
          <a:xfrm>
            <a:off x="5184577" y="5979310"/>
            <a:ext cx="1491524" cy="600418"/>
            <a:chOff x="5135418" y="83931"/>
            <a:chExt cx="1921164" cy="529184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579C4BA-3CBD-37A9-A5A1-D7FCB0C81A50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3F4F3F1-8A24-EB98-E608-182BA5AEAFBB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DeviceHalInterface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C094089-645C-79AA-CA2D-70F54368412C}"/>
              </a:ext>
            </a:extLst>
          </p:cNvPr>
          <p:cNvGrpSpPr/>
          <p:nvPr/>
        </p:nvGrpSpPr>
        <p:grpSpPr>
          <a:xfrm>
            <a:off x="6832861" y="5093955"/>
            <a:ext cx="2152352" cy="609561"/>
            <a:chOff x="5135418" y="83931"/>
            <a:chExt cx="1921164" cy="609561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9F67B8F-DB07-4BC5-B13A-8B5DBD8011E8}"/>
                </a:ext>
              </a:extLst>
            </p:cNvPr>
            <p:cNvSpPr/>
            <p:nvPr/>
          </p:nvSpPr>
          <p:spPr>
            <a:xfrm>
              <a:off x="5135418" y="385216"/>
              <a:ext cx="1921164" cy="30827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audioHwDev</a:t>
              </a:r>
              <a:endParaRPr lang="en-US" altLang="zh-CN" sz="800" dirty="0">
                <a:solidFill>
                  <a:schemeClr val="tx2"/>
                </a:solidFill>
              </a:endParaRPr>
            </a:p>
            <a:p>
              <a:r>
                <a:rPr lang="en-US" altLang="zh-CN" sz="800" dirty="0">
                  <a:solidFill>
                    <a:schemeClr val="tx2"/>
                  </a:solidFill>
                </a:rPr>
                <a:t>stream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2669585-A87B-0DD2-0106-04A22EBD6658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AudioFlinger.AudioStreamIn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E89D80C-7F3B-7CBE-5D43-48882F7B9EFA}"/>
              </a:ext>
            </a:extLst>
          </p:cNvPr>
          <p:cNvGrpSpPr/>
          <p:nvPr/>
        </p:nvGrpSpPr>
        <p:grpSpPr>
          <a:xfrm>
            <a:off x="6833317" y="5970167"/>
            <a:ext cx="2149651" cy="609561"/>
            <a:chOff x="5135418" y="83931"/>
            <a:chExt cx="1921164" cy="609561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E1F8C5B-3431-AA4F-84EA-FD20444976E1}"/>
                </a:ext>
              </a:extLst>
            </p:cNvPr>
            <p:cNvSpPr/>
            <p:nvPr/>
          </p:nvSpPr>
          <p:spPr>
            <a:xfrm>
              <a:off x="5135418" y="385216"/>
              <a:ext cx="1921164" cy="30827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E7539EE0-EFD1-DC58-A1CD-649E72E003E6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StreamInHalInterface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2A809A6-304D-9CCF-AB08-D6EB48B0E2B4}"/>
              </a:ext>
            </a:extLst>
          </p:cNvPr>
          <p:cNvGrpSpPr/>
          <p:nvPr/>
        </p:nvGrpSpPr>
        <p:grpSpPr>
          <a:xfrm>
            <a:off x="9223299" y="4136652"/>
            <a:ext cx="2880205" cy="609561"/>
            <a:chOff x="5135418" y="83931"/>
            <a:chExt cx="1921164" cy="609561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022635FF-ACFF-1538-C81F-943562B3E078}"/>
                </a:ext>
              </a:extLst>
            </p:cNvPr>
            <p:cNvSpPr/>
            <p:nvPr/>
          </p:nvSpPr>
          <p:spPr>
            <a:xfrm>
              <a:off x="5135418" y="385216"/>
              <a:ext cx="1921164" cy="30827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sz="800" dirty="0">
                <a:solidFill>
                  <a:schemeClr val="tx2"/>
                </a:solidFill>
              </a:endParaRPr>
            </a:p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30BF8461-E1AB-55F2-1113-2BB84C7FBCEB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AudioFlinger.RecordThread.RecordTrack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D122271-8885-B240-4DD5-20B573B0340E}"/>
              </a:ext>
            </a:extLst>
          </p:cNvPr>
          <p:cNvGrpSpPr/>
          <p:nvPr/>
        </p:nvGrpSpPr>
        <p:grpSpPr>
          <a:xfrm>
            <a:off x="181302" y="4134120"/>
            <a:ext cx="2453575" cy="602569"/>
            <a:chOff x="5135418" y="83931"/>
            <a:chExt cx="1921165" cy="602569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49A6561-1F31-47A8-624E-F12D22F7471A}"/>
                </a:ext>
              </a:extLst>
            </p:cNvPr>
            <p:cNvSpPr/>
            <p:nvPr/>
          </p:nvSpPr>
          <p:spPr>
            <a:xfrm>
              <a:off x="5135419" y="385216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CN" sz="800" dirty="0">
                <a:solidFill>
                  <a:schemeClr val="tx2"/>
                </a:solidFill>
              </a:endParaRPr>
            </a:p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E839066B-3DC1-40A3-3A0A-3352AB776FCC}"/>
                </a:ext>
              </a:extLst>
            </p:cNvPr>
            <p:cNvSpPr/>
            <p:nvPr/>
          </p:nvSpPr>
          <p:spPr>
            <a:xfrm>
              <a:off x="5135418" y="83931"/>
              <a:ext cx="1921164" cy="30128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AudioFlinger.PlaybackThread.Track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A70E3FC-6074-E310-5B70-36ADAC975384}"/>
              </a:ext>
            </a:extLst>
          </p:cNvPr>
          <p:cNvGrpSpPr/>
          <p:nvPr/>
        </p:nvGrpSpPr>
        <p:grpSpPr>
          <a:xfrm>
            <a:off x="9917639" y="1432239"/>
            <a:ext cx="1491524" cy="600418"/>
            <a:chOff x="5135418" y="83931"/>
            <a:chExt cx="1921164" cy="529184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5830440-03FB-9B1B-DB73-718A6FC536A6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D1E55E85-E51F-3A5F-0406-5FF6FE443482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IAudioRecord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209F8F9-9F5D-72D0-3F49-0A2CD11B3B48}"/>
              </a:ext>
            </a:extLst>
          </p:cNvPr>
          <p:cNvGrpSpPr/>
          <p:nvPr/>
        </p:nvGrpSpPr>
        <p:grpSpPr>
          <a:xfrm>
            <a:off x="9917639" y="2336472"/>
            <a:ext cx="1491524" cy="600418"/>
            <a:chOff x="5135418" y="83931"/>
            <a:chExt cx="1921164" cy="529184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933517BF-3D90-BD96-94F3-9B57385CEE06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3745F675-B50C-0723-153B-C41875FA67E6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BnAudioRecord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EE3A045E-0EAC-EE57-1EC2-6EA28DB34B52}"/>
              </a:ext>
            </a:extLst>
          </p:cNvPr>
          <p:cNvGrpSpPr/>
          <p:nvPr/>
        </p:nvGrpSpPr>
        <p:grpSpPr>
          <a:xfrm>
            <a:off x="9477237" y="3232419"/>
            <a:ext cx="2372327" cy="600418"/>
            <a:chOff x="5135418" y="83931"/>
            <a:chExt cx="1921164" cy="529184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2D6BFD5-85D8-96B4-14BA-0DEE9DD298B0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mRecordTrack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EF74C96-2F15-9F49-297F-7CA751EC01EB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AudioFlinger.RecordHalInterface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24" name="组合 1023">
            <a:extLst>
              <a:ext uri="{FF2B5EF4-FFF2-40B4-BE49-F238E27FC236}">
                <a16:creationId xmlns:a16="http://schemas.microsoft.com/office/drawing/2014/main" id="{FF673C4F-AD28-96D2-7323-F929A9B84C43}"/>
              </a:ext>
            </a:extLst>
          </p:cNvPr>
          <p:cNvGrpSpPr/>
          <p:nvPr/>
        </p:nvGrpSpPr>
        <p:grpSpPr>
          <a:xfrm>
            <a:off x="675127" y="1436919"/>
            <a:ext cx="1491524" cy="600418"/>
            <a:chOff x="5135418" y="83931"/>
            <a:chExt cx="1921164" cy="529184"/>
          </a:xfrm>
        </p:grpSpPr>
        <p:sp>
          <p:nvSpPr>
            <p:cNvPr id="1025" name="矩形 1024">
              <a:extLst>
                <a:ext uri="{FF2B5EF4-FFF2-40B4-BE49-F238E27FC236}">
                  <a16:creationId xmlns:a16="http://schemas.microsoft.com/office/drawing/2014/main" id="{652C44E5-2812-C30E-5225-774167CCCE0D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1027" name="矩形 1026">
              <a:extLst>
                <a:ext uri="{FF2B5EF4-FFF2-40B4-BE49-F238E27FC236}">
                  <a16:creationId xmlns:a16="http://schemas.microsoft.com/office/drawing/2014/main" id="{E5A80BFD-FEEC-B81D-E720-C9640050018B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IAudioTrack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28" name="组合 1027">
            <a:extLst>
              <a:ext uri="{FF2B5EF4-FFF2-40B4-BE49-F238E27FC236}">
                <a16:creationId xmlns:a16="http://schemas.microsoft.com/office/drawing/2014/main" id="{B446B48D-B35D-3B8A-F64C-999430B0958C}"/>
              </a:ext>
            </a:extLst>
          </p:cNvPr>
          <p:cNvGrpSpPr/>
          <p:nvPr/>
        </p:nvGrpSpPr>
        <p:grpSpPr>
          <a:xfrm>
            <a:off x="675127" y="2336472"/>
            <a:ext cx="1491524" cy="600418"/>
            <a:chOff x="5135418" y="83931"/>
            <a:chExt cx="1921164" cy="529184"/>
          </a:xfrm>
        </p:grpSpPr>
        <p:sp>
          <p:nvSpPr>
            <p:cNvPr id="1029" name="矩形 1028">
              <a:extLst>
                <a:ext uri="{FF2B5EF4-FFF2-40B4-BE49-F238E27FC236}">
                  <a16:creationId xmlns:a16="http://schemas.microsoft.com/office/drawing/2014/main" id="{2C6DF647-BF23-FA51-E1A3-8782267AC16F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1030" name="矩形 1029">
              <a:extLst>
                <a:ext uri="{FF2B5EF4-FFF2-40B4-BE49-F238E27FC236}">
                  <a16:creationId xmlns:a16="http://schemas.microsoft.com/office/drawing/2014/main" id="{836FCDC4-40E0-30D4-5439-C4DEA1A2BDD4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BnAudioTrack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31" name="组合 1030">
            <a:extLst>
              <a:ext uri="{FF2B5EF4-FFF2-40B4-BE49-F238E27FC236}">
                <a16:creationId xmlns:a16="http://schemas.microsoft.com/office/drawing/2014/main" id="{4FE79590-1096-4238-61E0-48DAF99072B5}"/>
              </a:ext>
            </a:extLst>
          </p:cNvPr>
          <p:cNvGrpSpPr/>
          <p:nvPr/>
        </p:nvGrpSpPr>
        <p:grpSpPr>
          <a:xfrm>
            <a:off x="466778" y="3232419"/>
            <a:ext cx="1908222" cy="600418"/>
            <a:chOff x="5135418" y="83931"/>
            <a:chExt cx="1921164" cy="529184"/>
          </a:xfrm>
        </p:grpSpPr>
        <p:sp>
          <p:nvSpPr>
            <p:cNvPr id="1032" name="矩形 1031">
              <a:extLst>
                <a:ext uri="{FF2B5EF4-FFF2-40B4-BE49-F238E27FC236}">
                  <a16:creationId xmlns:a16="http://schemas.microsoft.com/office/drawing/2014/main" id="{F65E2633-6751-424F-D358-05997D8F35C6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mTrack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1033" name="矩形 1032">
              <a:extLst>
                <a:ext uri="{FF2B5EF4-FFF2-40B4-BE49-F238E27FC236}">
                  <a16:creationId xmlns:a16="http://schemas.microsoft.com/office/drawing/2014/main" id="{12EC557C-F624-0C39-C6EE-45033E10FC25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>
                  <a:solidFill>
                    <a:schemeClr val="tx2"/>
                  </a:solidFill>
                </a:rPr>
                <a:t>AudioFlinger.TrackHandle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34" name="组合 1033">
            <a:extLst>
              <a:ext uri="{FF2B5EF4-FFF2-40B4-BE49-F238E27FC236}">
                <a16:creationId xmlns:a16="http://schemas.microsoft.com/office/drawing/2014/main" id="{6DB35443-09B6-279B-9D0E-EB6387C59537}"/>
              </a:ext>
            </a:extLst>
          </p:cNvPr>
          <p:cNvGrpSpPr/>
          <p:nvPr/>
        </p:nvGrpSpPr>
        <p:grpSpPr>
          <a:xfrm>
            <a:off x="9917639" y="537366"/>
            <a:ext cx="1491524" cy="600418"/>
            <a:chOff x="5135418" y="83931"/>
            <a:chExt cx="1921164" cy="529184"/>
          </a:xfrm>
        </p:grpSpPr>
        <p:sp>
          <p:nvSpPr>
            <p:cNvPr id="1035" name="矩形 1034">
              <a:extLst>
                <a:ext uri="{FF2B5EF4-FFF2-40B4-BE49-F238E27FC236}">
                  <a16:creationId xmlns:a16="http://schemas.microsoft.com/office/drawing/2014/main" id="{A41BAFAF-9289-6BCB-61FA-80F2EDF0DEB2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mAudioRecord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1036" name="矩形 1035">
              <a:extLst>
                <a:ext uri="{FF2B5EF4-FFF2-40B4-BE49-F238E27FC236}">
                  <a16:creationId xmlns:a16="http://schemas.microsoft.com/office/drawing/2014/main" id="{B0FA30A0-4E59-0858-7F46-2E9ACB1EA62B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2"/>
                  </a:solidFill>
                </a:rPr>
                <a:t>AudioRecord.cpp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37" name="组合 1036">
            <a:extLst>
              <a:ext uri="{FF2B5EF4-FFF2-40B4-BE49-F238E27FC236}">
                <a16:creationId xmlns:a16="http://schemas.microsoft.com/office/drawing/2014/main" id="{3B272161-8E28-D005-E316-5ED7CB0C0172}"/>
              </a:ext>
            </a:extLst>
          </p:cNvPr>
          <p:cNvGrpSpPr/>
          <p:nvPr/>
        </p:nvGrpSpPr>
        <p:grpSpPr>
          <a:xfrm>
            <a:off x="675127" y="537366"/>
            <a:ext cx="1491524" cy="600418"/>
            <a:chOff x="5135418" y="83931"/>
            <a:chExt cx="1921164" cy="529184"/>
          </a:xfrm>
        </p:grpSpPr>
        <p:sp>
          <p:nvSpPr>
            <p:cNvPr id="1038" name="矩形 1037">
              <a:extLst>
                <a:ext uri="{FF2B5EF4-FFF2-40B4-BE49-F238E27FC236}">
                  <a16:creationId xmlns:a16="http://schemas.microsoft.com/office/drawing/2014/main" id="{5F185635-B9B1-8A43-8204-C7245427D79C}"/>
                </a:ext>
              </a:extLst>
            </p:cNvPr>
            <p:cNvSpPr/>
            <p:nvPr/>
          </p:nvSpPr>
          <p:spPr>
            <a:xfrm>
              <a:off x="5135418" y="347576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800" dirty="0" err="1">
                  <a:solidFill>
                    <a:schemeClr val="tx2"/>
                  </a:solidFill>
                </a:rPr>
                <a:t>mAudioTrack</a:t>
              </a:r>
              <a:endParaRPr lang="zh-CN" altLang="en-US" sz="800" dirty="0">
                <a:solidFill>
                  <a:schemeClr val="tx2"/>
                </a:solidFill>
              </a:endParaRPr>
            </a:p>
          </p:txBody>
        </p:sp>
        <p:sp>
          <p:nvSpPr>
            <p:cNvPr id="1039" name="矩形 1038">
              <a:extLst>
                <a:ext uri="{FF2B5EF4-FFF2-40B4-BE49-F238E27FC236}">
                  <a16:creationId xmlns:a16="http://schemas.microsoft.com/office/drawing/2014/main" id="{C813606A-38CB-FF1E-D9B6-C955BFB98AD5}"/>
                </a:ext>
              </a:extLst>
            </p:cNvPr>
            <p:cNvSpPr/>
            <p:nvPr/>
          </p:nvSpPr>
          <p:spPr>
            <a:xfrm>
              <a:off x="5135418" y="83931"/>
              <a:ext cx="1921164" cy="26553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2"/>
                  </a:solidFill>
                </a:rPr>
                <a:t>AudioTrack.cpp</a:t>
              </a:r>
              <a:endParaRPr lang="zh-CN" altLang="en-US" sz="1200" dirty="0">
                <a:solidFill>
                  <a:schemeClr val="tx2"/>
                </a:solidFill>
              </a:endParaRPr>
            </a:p>
          </p:txBody>
        </p:sp>
      </p:grp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73962209-1503-AFC6-8AB9-BEA95915F10F}"/>
              </a:ext>
            </a:extLst>
          </p:cNvPr>
          <p:cNvCxnSpPr>
            <a:cxnSpLocks/>
            <a:stCxn id="35" idx="2"/>
            <a:endCxn id="39" idx="0"/>
          </p:cNvCxnSpPr>
          <p:nvPr/>
        </p:nvCxnSpPr>
        <p:spPr>
          <a:xfrm flipH="1">
            <a:off x="3965384" y="5712198"/>
            <a:ext cx="1" cy="264960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直接箭头连接符 1040">
            <a:extLst>
              <a:ext uri="{FF2B5EF4-FFF2-40B4-BE49-F238E27FC236}">
                <a16:creationId xmlns:a16="http://schemas.microsoft.com/office/drawing/2014/main" id="{2EDFD01D-6D3E-266C-1FFC-8A473F6123E9}"/>
              </a:ext>
            </a:extLst>
          </p:cNvPr>
          <p:cNvCxnSpPr>
            <a:cxnSpLocks/>
            <a:stCxn id="14" idx="2"/>
            <a:endCxn id="42" idx="0"/>
          </p:cNvCxnSpPr>
          <p:nvPr/>
        </p:nvCxnSpPr>
        <p:spPr>
          <a:xfrm>
            <a:off x="5930339" y="5703516"/>
            <a:ext cx="0" cy="275794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直接箭头连接符 1041">
            <a:extLst>
              <a:ext uri="{FF2B5EF4-FFF2-40B4-BE49-F238E27FC236}">
                <a16:creationId xmlns:a16="http://schemas.microsoft.com/office/drawing/2014/main" id="{ADE3CA32-86CC-07F4-60BD-A1BB1D412F76}"/>
              </a:ext>
            </a:extLst>
          </p:cNvPr>
          <p:cNvCxnSpPr>
            <a:cxnSpLocks/>
            <a:stCxn id="27" idx="2"/>
            <a:endCxn id="45" idx="0"/>
          </p:cNvCxnSpPr>
          <p:nvPr/>
        </p:nvCxnSpPr>
        <p:spPr>
          <a:xfrm>
            <a:off x="7907686" y="4746213"/>
            <a:ext cx="1351" cy="347742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直接箭头连接符 1042">
            <a:extLst>
              <a:ext uri="{FF2B5EF4-FFF2-40B4-BE49-F238E27FC236}">
                <a16:creationId xmlns:a16="http://schemas.microsoft.com/office/drawing/2014/main" id="{114DE592-CAE7-0978-8448-99F2A25E1150}"/>
              </a:ext>
            </a:extLst>
          </p:cNvPr>
          <p:cNvCxnSpPr>
            <a:cxnSpLocks/>
            <a:stCxn id="22" idx="2"/>
            <a:endCxn id="36" idx="0"/>
          </p:cNvCxnSpPr>
          <p:nvPr/>
        </p:nvCxnSpPr>
        <p:spPr>
          <a:xfrm flipH="1">
            <a:off x="3965385" y="4736689"/>
            <a:ext cx="2701" cy="372940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直接箭头连接符 1051">
            <a:extLst>
              <a:ext uri="{FF2B5EF4-FFF2-40B4-BE49-F238E27FC236}">
                <a16:creationId xmlns:a16="http://schemas.microsoft.com/office/drawing/2014/main" id="{7C6DD5A7-18B9-02B8-6B83-322CFEB2E01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982511" y="4592075"/>
            <a:ext cx="240788" cy="0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直接箭头连接符 1052">
            <a:extLst>
              <a:ext uri="{FF2B5EF4-FFF2-40B4-BE49-F238E27FC236}">
                <a16:creationId xmlns:a16="http://schemas.microsoft.com/office/drawing/2014/main" id="{E177C7CE-81C2-C56B-15C8-2FB35928A12F}"/>
              </a:ext>
            </a:extLst>
          </p:cNvPr>
          <p:cNvCxnSpPr>
            <a:cxnSpLocks/>
            <a:stCxn id="44" idx="2"/>
            <a:endCxn id="48" idx="0"/>
          </p:cNvCxnSpPr>
          <p:nvPr/>
        </p:nvCxnSpPr>
        <p:spPr>
          <a:xfrm flipH="1">
            <a:off x="7908143" y="5703516"/>
            <a:ext cx="894" cy="266651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直接箭头连接符 1053">
            <a:extLst>
              <a:ext uri="{FF2B5EF4-FFF2-40B4-BE49-F238E27FC236}">
                <a16:creationId xmlns:a16="http://schemas.microsoft.com/office/drawing/2014/main" id="{2CF9201A-D22D-7443-3356-1BC88536E33E}"/>
              </a:ext>
            </a:extLst>
          </p:cNvPr>
          <p:cNvCxnSpPr>
            <a:cxnSpLocks/>
            <a:stCxn id="44" idx="1"/>
            <a:endCxn id="14" idx="3"/>
          </p:cNvCxnSpPr>
          <p:nvPr/>
        </p:nvCxnSpPr>
        <p:spPr>
          <a:xfrm flipH="1">
            <a:off x="6676101" y="5549378"/>
            <a:ext cx="156760" cy="3497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直接箭头连接符 1054">
            <a:extLst>
              <a:ext uri="{FF2B5EF4-FFF2-40B4-BE49-F238E27FC236}">
                <a16:creationId xmlns:a16="http://schemas.microsoft.com/office/drawing/2014/main" id="{9A7EE2BD-EBA0-0AFA-6D20-6191C0E4BF6B}"/>
              </a:ext>
            </a:extLst>
          </p:cNvPr>
          <p:cNvCxnSpPr>
            <a:cxnSpLocks/>
            <a:stCxn id="35" idx="3"/>
            <a:endCxn id="14" idx="1"/>
          </p:cNvCxnSpPr>
          <p:nvPr/>
        </p:nvCxnSpPr>
        <p:spPr>
          <a:xfrm flipV="1">
            <a:off x="5024660" y="5552875"/>
            <a:ext cx="159917" cy="8681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直接箭头连接符 1063">
            <a:extLst>
              <a:ext uri="{FF2B5EF4-FFF2-40B4-BE49-F238E27FC236}">
                <a16:creationId xmlns:a16="http://schemas.microsoft.com/office/drawing/2014/main" id="{AE2C80CD-C169-67B6-DDE6-B9F5D30D5865}"/>
              </a:ext>
            </a:extLst>
          </p:cNvPr>
          <p:cNvCxnSpPr>
            <a:cxnSpLocks/>
            <a:stCxn id="22" idx="1"/>
            <a:endCxn id="53" idx="3"/>
          </p:cNvCxnSpPr>
          <p:nvPr/>
        </p:nvCxnSpPr>
        <p:spPr>
          <a:xfrm flipH="1">
            <a:off x="2634877" y="4586047"/>
            <a:ext cx="273934" cy="0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直接箭头连接符 1066">
            <a:extLst>
              <a:ext uri="{FF2B5EF4-FFF2-40B4-BE49-F238E27FC236}">
                <a16:creationId xmlns:a16="http://schemas.microsoft.com/office/drawing/2014/main" id="{A11C9B78-A42B-851C-B81E-160FBC99F267}"/>
              </a:ext>
            </a:extLst>
          </p:cNvPr>
          <p:cNvCxnSpPr>
            <a:cxnSpLocks/>
            <a:stCxn id="63" idx="0"/>
            <a:endCxn id="59" idx="2"/>
          </p:cNvCxnSpPr>
          <p:nvPr/>
        </p:nvCxnSpPr>
        <p:spPr>
          <a:xfrm flipV="1">
            <a:off x="10663401" y="2936890"/>
            <a:ext cx="0" cy="295529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直接箭头连接符 1067">
            <a:extLst>
              <a:ext uri="{FF2B5EF4-FFF2-40B4-BE49-F238E27FC236}">
                <a16:creationId xmlns:a16="http://schemas.microsoft.com/office/drawing/2014/main" id="{36184447-BA3F-64EB-3FCE-FA406544C2E6}"/>
              </a:ext>
            </a:extLst>
          </p:cNvPr>
          <p:cNvCxnSpPr>
            <a:cxnSpLocks/>
            <a:stCxn id="62" idx="2"/>
            <a:endCxn id="51" idx="0"/>
          </p:cNvCxnSpPr>
          <p:nvPr/>
        </p:nvCxnSpPr>
        <p:spPr>
          <a:xfrm>
            <a:off x="10663401" y="3832837"/>
            <a:ext cx="1" cy="303815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865C3C7F-0C69-E188-F109-2AC4FB79BD48}"/>
              </a:ext>
            </a:extLst>
          </p:cNvPr>
          <p:cNvCxnSpPr>
            <a:cxnSpLocks/>
            <a:stCxn id="1038" idx="2"/>
            <a:endCxn id="1027" idx="0"/>
          </p:cNvCxnSpPr>
          <p:nvPr/>
        </p:nvCxnSpPr>
        <p:spPr>
          <a:xfrm>
            <a:off x="1420889" y="1137784"/>
            <a:ext cx="0" cy="299135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接箭头连接符 1069">
            <a:extLst>
              <a:ext uri="{FF2B5EF4-FFF2-40B4-BE49-F238E27FC236}">
                <a16:creationId xmlns:a16="http://schemas.microsoft.com/office/drawing/2014/main" id="{7B4C5CD1-E5EF-276C-2ED4-B63C5C00D7A6}"/>
              </a:ext>
            </a:extLst>
          </p:cNvPr>
          <p:cNvCxnSpPr>
            <a:cxnSpLocks/>
            <a:stCxn id="1030" idx="0"/>
            <a:endCxn id="1025" idx="2"/>
          </p:cNvCxnSpPr>
          <p:nvPr/>
        </p:nvCxnSpPr>
        <p:spPr>
          <a:xfrm flipV="1">
            <a:off x="1420889" y="2037337"/>
            <a:ext cx="0" cy="299135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A4A3E93-3496-AB28-B37C-EDC80A876119}"/>
              </a:ext>
            </a:extLst>
          </p:cNvPr>
          <p:cNvCxnSpPr>
            <a:cxnSpLocks/>
            <a:stCxn id="1033" idx="0"/>
            <a:endCxn id="1029" idx="2"/>
          </p:cNvCxnSpPr>
          <p:nvPr/>
        </p:nvCxnSpPr>
        <p:spPr>
          <a:xfrm flipV="1">
            <a:off x="1420889" y="2936890"/>
            <a:ext cx="0" cy="295529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EE3446AF-F21E-FFFA-2380-81F1F8090F60}"/>
              </a:ext>
            </a:extLst>
          </p:cNvPr>
          <p:cNvCxnSpPr>
            <a:cxnSpLocks/>
            <a:stCxn id="1032" idx="2"/>
            <a:endCxn id="54" idx="0"/>
          </p:cNvCxnSpPr>
          <p:nvPr/>
        </p:nvCxnSpPr>
        <p:spPr>
          <a:xfrm flipH="1">
            <a:off x="1408089" y="3832837"/>
            <a:ext cx="12800" cy="301283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直接箭头连接符 1084">
            <a:extLst>
              <a:ext uri="{FF2B5EF4-FFF2-40B4-BE49-F238E27FC236}">
                <a16:creationId xmlns:a16="http://schemas.microsoft.com/office/drawing/2014/main" id="{97D09D2F-1873-7F78-FF6B-63242E6C647A}"/>
              </a:ext>
            </a:extLst>
          </p:cNvPr>
          <p:cNvCxnSpPr>
            <a:cxnSpLocks/>
            <a:stCxn id="1035" idx="2"/>
            <a:endCxn id="57" idx="0"/>
          </p:cNvCxnSpPr>
          <p:nvPr/>
        </p:nvCxnSpPr>
        <p:spPr>
          <a:xfrm>
            <a:off x="10663401" y="1137784"/>
            <a:ext cx="0" cy="294455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直接箭头连接符 1086">
            <a:extLst>
              <a:ext uri="{FF2B5EF4-FFF2-40B4-BE49-F238E27FC236}">
                <a16:creationId xmlns:a16="http://schemas.microsoft.com/office/drawing/2014/main" id="{69C8FF39-57B4-E009-C7E1-CD89CC2E746A}"/>
              </a:ext>
            </a:extLst>
          </p:cNvPr>
          <p:cNvCxnSpPr>
            <a:cxnSpLocks/>
            <a:stCxn id="60" idx="0"/>
            <a:endCxn id="56" idx="2"/>
          </p:cNvCxnSpPr>
          <p:nvPr/>
        </p:nvCxnSpPr>
        <p:spPr>
          <a:xfrm flipV="1">
            <a:off x="10663401" y="2032657"/>
            <a:ext cx="0" cy="303815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901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9B8D5B4-8F33-6D59-9CA1-83A20A222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9431"/>
            <a:ext cx="12192000" cy="472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86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D6E676-12D0-17B2-E357-4039B63B9674}"/>
              </a:ext>
            </a:extLst>
          </p:cNvPr>
          <p:cNvSpPr/>
          <p:nvPr/>
        </p:nvSpPr>
        <p:spPr>
          <a:xfrm>
            <a:off x="1126836" y="1089891"/>
            <a:ext cx="1921164" cy="554182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2"/>
                </a:solidFill>
              </a:rPr>
              <a:t>ProductStrategy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1ABF32-293B-88E3-AC5D-8698DC49BD26}"/>
              </a:ext>
            </a:extLst>
          </p:cNvPr>
          <p:cNvSpPr/>
          <p:nvPr/>
        </p:nvSpPr>
        <p:spPr>
          <a:xfrm>
            <a:off x="1126836" y="2542310"/>
            <a:ext cx="1921164" cy="554182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2"/>
                </a:solidFill>
              </a:rPr>
              <a:t>StreamType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F210C2-3DA9-29A1-8CBF-4AD389482D89}"/>
              </a:ext>
            </a:extLst>
          </p:cNvPr>
          <p:cNvSpPr/>
          <p:nvPr/>
        </p:nvSpPr>
        <p:spPr>
          <a:xfrm>
            <a:off x="1126836" y="4147127"/>
            <a:ext cx="1921164" cy="554182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2"/>
                </a:solidFill>
              </a:rPr>
              <a:t>AudioAttributes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237AC2-D791-5175-DD49-1465A32BCF4F}"/>
              </a:ext>
            </a:extLst>
          </p:cNvPr>
          <p:cNvSpPr/>
          <p:nvPr/>
        </p:nvSpPr>
        <p:spPr>
          <a:xfrm>
            <a:off x="4682835" y="2542310"/>
            <a:ext cx="1921164" cy="554182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2"/>
                </a:solidFill>
              </a:rPr>
              <a:t>VolumeGroup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DD8E14-BDC2-969F-72E0-D24EAC813493}"/>
              </a:ext>
            </a:extLst>
          </p:cNvPr>
          <p:cNvSpPr/>
          <p:nvPr/>
        </p:nvSpPr>
        <p:spPr>
          <a:xfrm>
            <a:off x="4682835" y="4147127"/>
            <a:ext cx="1921164" cy="554182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2"/>
                </a:solidFill>
              </a:rPr>
              <a:t>deviceCategory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3C0DA-E652-4273-ED71-65F0B1B9340B}"/>
              </a:ext>
            </a:extLst>
          </p:cNvPr>
          <p:cNvSpPr/>
          <p:nvPr/>
        </p:nvSpPr>
        <p:spPr>
          <a:xfrm>
            <a:off x="8238833" y="4147127"/>
            <a:ext cx="1921164" cy="554182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2"/>
                </a:solidFill>
              </a:rPr>
              <a:t>VolumeCurve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44BEA-DC3C-529B-0C6E-32DD62124FF8}"/>
              </a:ext>
            </a:extLst>
          </p:cNvPr>
          <p:cNvSpPr/>
          <p:nvPr/>
        </p:nvSpPr>
        <p:spPr>
          <a:xfrm>
            <a:off x="8238833" y="5384801"/>
            <a:ext cx="1921164" cy="554182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2"/>
                </a:solidFill>
              </a:rPr>
              <a:t>CurvePoint</a:t>
            </a:r>
            <a:endParaRPr lang="zh-CN" altLang="en-US" dirty="0">
              <a:solidFill>
                <a:schemeClr val="tx2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F48B5E0-3AA4-B215-A2B5-6807786F0B21}"/>
              </a:ext>
            </a:extLst>
          </p:cNvPr>
          <p:cNvCxnSpPr>
            <a:stCxn id="2" idx="2"/>
            <a:endCxn id="8" idx="0"/>
          </p:cNvCxnSpPr>
          <p:nvPr/>
        </p:nvCxnSpPr>
        <p:spPr>
          <a:xfrm>
            <a:off x="2087418" y="1644073"/>
            <a:ext cx="0" cy="898237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14BAD6F-9074-45E9-E8A8-FEC434FE82A1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087418" y="3096492"/>
            <a:ext cx="0" cy="1050635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9A233E2-6505-1D98-24C6-C8778B847523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3048000" y="2819401"/>
            <a:ext cx="1634835" cy="0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E2B436A-EC5D-2A91-9A0E-35F0D70FB87A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643417" y="3096492"/>
            <a:ext cx="0" cy="1050635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351C3B2-F022-AC4F-B934-528542BA995F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6603999" y="4424218"/>
            <a:ext cx="1634834" cy="0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5AFEA74-CDD1-6C8A-4585-817CF53B157A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9199415" y="4701309"/>
            <a:ext cx="0" cy="683492"/>
          </a:xfrm>
          <a:prstGeom prst="straightConnector1">
            <a:avLst/>
          </a:prstGeom>
          <a:ln w="158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09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7B52D7AE-9193-C4B9-CC1B-6D2C4323B424}"/>
              </a:ext>
            </a:extLst>
          </p:cNvPr>
          <p:cNvGrpSpPr/>
          <p:nvPr/>
        </p:nvGrpSpPr>
        <p:grpSpPr>
          <a:xfrm>
            <a:off x="2595806" y="1529007"/>
            <a:ext cx="6851098" cy="3607676"/>
            <a:chOff x="2673690" y="2792746"/>
            <a:chExt cx="6851098" cy="3607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4D6E676-12D0-17B2-E357-4039B63B9674}"/>
                </a:ext>
              </a:extLst>
            </p:cNvPr>
            <p:cNvSpPr/>
            <p:nvPr/>
          </p:nvSpPr>
          <p:spPr>
            <a:xfrm>
              <a:off x="2673690" y="3942040"/>
              <a:ext cx="1463040" cy="548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LMP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D1ABF32-293B-88E3-AC5D-8698DC49BD26}"/>
                </a:ext>
              </a:extLst>
            </p:cNvPr>
            <p:cNvSpPr/>
            <p:nvPr/>
          </p:nvSpPr>
          <p:spPr>
            <a:xfrm>
              <a:off x="6251980" y="3942040"/>
              <a:ext cx="1463040" cy="548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L2CAP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0F210C2-3DA9-29A1-8CBF-4AD389482D89}"/>
                </a:ext>
              </a:extLst>
            </p:cNvPr>
            <p:cNvSpPr/>
            <p:nvPr/>
          </p:nvSpPr>
          <p:spPr>
            <a:xfrm>
              <a:off x="2679911" y="5135796"/>
              <a:ext cx="6832177" cy="126462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solidFill>
                  <a:schemeClr val="tx2"/>
                </a:solidFill>
              </a:endParaRPr>
            </a:p>
            <a:p>
              <a:pPr algn="ctr"/>
              <a:endParaRPr lang="en-US" altLang="zh-CN" dirty="0">
                <a:solidFill>
                  <a:schemeClr val="tx2"/>
                </a:solidFill>
              </a:endParaRPr>
            </a:p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Baseband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7237AC2-D791-5175-DD49-1465A32BCF4F}"/>
                </a:ext>
              </a:extLst>
            </p:cNvPr>
            <p:cNvSpPr/>
            <p:nvPr/>
          </p:nvSpPr>
          <p:spPr>
            <a:xfrm>
              <a:off x="8049048" y="3942040"/>
              <a:ext cx="1463040" cy="5486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Voice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CDD8E14-BDC2-969F-72E0-D24EAC813493}"/>
                </a:ext>
              </a:extLst>
            </p:cNvPr>
            <p:cNvSpPr/>
            <p:nvPr/>
          </p:nvSpPr>
          <p:spPr>
            <a:xfrm>
              <a:off x="2688926" y="5135796"/>
              <a:ext cx="5026093" cy="5486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ACL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C43C0DA-E652-4273-ED71-65F0B1B9340B}"/>
                </a:ext>
              </a:extLst>
            </p:cNvPr>
            <p:cNvSpPr/>
            <p:nvPr/>
          </p:nvSpPr>
          <p:spPr>
            <a:xfrm>
              <a:off x="8049046" y="5135796"/>
              <a:ext cx="1463041" cy="5486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SCO/</a:t>
              </a:r>
              <a:r>
                <a:rPr lang="en-US" altLang="zh-CN" dirty="0" err="1">
                  <a:solidFill>
                    <a:schemeClr val="tx2"/>
                  </a:solidFill>
                </a:rPr>
                <a:t>eSCO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7F44BEA-DC3C-529B-0C6E-32DD62124FF8}"/>
                </a:ext>
              </a:extLst>
            </p:cNvPr>
            <p:cNvSpPr/>
            <p:nvPr/>
          </p:nvSpPr>
          <p:spPr>
            <a:xfrm>
              <a:off x="8049046" y="5757563"/>
              <a:ext cx="1463042" cy="5486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PCM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CA61A0B-2161-87A7-F71A-EA7E78AC64D2}"/>
                </a:ext>
              </a:extLst>
            </p:cNvPr>
            <p:cNvSpPr/>
            <p:nvPr/>
          </p:nvSpPr>
          <p:spPr>
            <a:xfrm>
              <a:off x="4478071" y="2792746"/>
              <a:ext cx="1463040" cy="5486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RFCOMM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748D16A-2831-228F-D7E9-D6527D348920}"/>
                </a:ext>
              </a:extLst>
            </p:cNvPr>
            <p:cNvSpPr/>
            <p:nvPr/>
          </p:nvSpPr>
          <p:spPr>
            <a:xfrm>
              <a:off x="6251980" y="2792746"/>
              <a:ext cx="1463040" cy="5486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TCS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1EF3297-F69B-143D-FFAA-CF6B9D3C230C}"/>
                </a:ext>
              </a:extLst>
            </p:cNvPr>
            <p:cNvSpPr/>
            <p:nvPr/>
          </p:nvSpPr>
          <p:spPr>
            <a:xfrm>
              <a:off x="8049048" y="2792746"/>
              <a:ext cx="1463040" cy="5486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Audio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1D7266E-F219-8EDE-1B1C-7E44EC17C832}"/>
                </a:ext>
              </a:extLst>
            </p:cNvPr>
            <p:cNvSpPr/>
            <p:nvPr/>
          </p:nvSpPr>
          <p:spPr>
            <a:xfrm>
              <a:off x="2673690" y="2792746"/>
              <a:ext cx="1463040" cy="5486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</a:rPr>
                <a:t>SDP</a:t>
              </a:r>
              <a:endParaRPr lang="zh-CN" altLang="en-US" dirty="0">
                <a:solidFill>
                  <a:schemeClr val="tx2"/>
                </a:solidFill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7A448C8-F6F4-AE54-A723-B6620CDB0647}"/>
                </a:ext>
              </a:extLst>
            </p:cNvPr>
            <p:cNvCxnSpPr>
              <a:stCxn id="8" idx="0"/>
              <a:endCxn id="14" idx="2"/>
            </p:cNvCxnSpPr>
            <p:nvPr/>
          </p:nvCxnSpPr>
          <p:spPr>
            <a:xfrm flipH="1" flipV="1">
              <a:off x="3405210" y="3341386"/>
              <a:ext cx="3578290" cy="6006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C500468-6FDC-0ADA-EC5C-83ED9C463479}"/>
                </a:ext>
              </a:extLst>
            </p:cNvPr>
            <p:cNvCxnSpPr>
              <a:stCxn id="8" idx="0"/>
              <a:endCxn id="5" idx="2"/>
            </p:cNvCxnSpPr>
            <p:nvPr/>
          </p:nvCxnSpPr>
          <p:spPr>
            <a:xfrm flipH="1" flipV="1">
              <a:off x="5209591" y="3341386"/>
              <a:ext cx="1773909" cy="6006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C4E7ECE-8F10-6CFF-95B2-B3068D450DA2}"/>
                </a:ext>
              </a:extLst>
            </p:cNvPr>
            <p:cNvCxnSpPr>
              <a:stCxn id="8" idx="0"/>
              <a:endCxn id="6" idx="2"/>
            </p:cNvCxnSpPr>
            <p:nvPr/>
          </p:nvCxnSpPr>
          <p:spPr>
            <a:xfrm flipV="1">
              <a:off x="6983500" y="3341386"/>
              <a:ext cx="0" cy="6006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CAF3842-8BBC-D007-4681-6F9C7B281AC9}"/>
                </a:ext>
              </a:extLst>
            </p:cNvPr>
            <p:cNvCxnSpPr>
              <a:stCxn id="8" idx="0"/>
              <a:endCxn id="7" idx="2"/>
            </p:cNvCxnSpPr>
            <p:nvPr/>
          </p:nvCxnSpPr>
          <p:spPr>
            <a:xfrm flipV="1">
              <a:off x="6983500" y="3341386"/>
              <a:ext cx="1797068" cy="6006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D1A0064-7953-39CF-6CFD-0FDFB5C2F743}"/>
                </a:ext>
              </a:extLst>
            </p:cNvPr>
            <p:cNvCxnSpPr>
              <a:stCxn id="2" idx="2"/>
            </p:cNvCxnSpPr>
            <p:nvPr/>
          </p:nvCxnSpPr>
          <p:spPr>
            <a:xfrm>
              <a:off x="3405210" y="4490680"/>
              <a:ext cx="0" cy="6451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1D1148E-6DA0-961A-9842-3628D775B5B8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6983500" y="4490680"/>
              <a:ext cx="0" cy="6451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F814D7D-3FA3-E2AF-FD9F-246AFD977C99}"/>
                </a:ext>
              </a:extLst>
            </p:cNvPr>
            <p:cNvCxnSpPr>
              <a:stCxn id="7" idx="2"/>
              <a:endCxn id="10" idx="0"/>
            </p:cNvCxnSpPr>
            <p:nvPr/>
          </p:nvCxnSpPr>
          <p:spPr>
            <a:xfrm>
              <a:off x="8780568" y="3341386"/>
              <a:ext cx="0" cy="6006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B094FAC-F7D8-4A55-D62B-D5071F8C0A60}"/>
                </a:ext>
              </a:extLst>
            </p:cNvPr>
            <p:cNvCxnSpPr>
              <a:stCxn id="10" idx="2"/>
              <a:endCxn id="12" idx="0"/>
            </p:cNvCxnSpPr>
            <p:nvPr/>
          </p:nvCxnSpPr>
          <p:spPr>
            <a:xfrm flipH="1">
              <a:off x="8780567" y="4490680"/>
              <a:ext cx="1" cy="6451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连接符: 肘形 43">
              <a:extLst>
                <a:ext uri="{FF2B5EF4-FFF2-40B4-BE49-F238E27FC236}">
                  <a16:creationId xmlns:a16="http://schemas.microsoft.com/office/drawing/2014/main" id="{61316615-D79E-90C2-637D-FB6078E3E6C9}"/>
                </a:ext>
              </a:extLst>
            </p:cNvPr>
            <p:cNvCxnSpPr>
              <a:stCxn id="10" idx="3"/>
              <a:endCxn id="13" idx="3"/>
            </p:cNvCxnSpPr>
            <p:nvPr/>
          </p:nvCxnSpPr>
          <p:spPr>
            <a:xfrm>
              <a:off x="9512088" y="4216360"/>
              <a:ext cx="12700" cy="1815523"/>
            </a:xfrm>
            <a:prstGeom prst="bentConnector3">
              <a:avLst>
                <a:gd name="adj1" fmla="val 180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076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4315EF8-79B0-FECA-D453-D0EF393A4466}"/>
              </a:ext>
            </a:extLst>
          </p:cNvPr>
          <p:cNvSpPr/>
          <p:nvPr/>
        </p:nvSpPr>
        <p:spPr>
          <a:xfrm>
            <a:off x="1434915" y="1529007"/>
            <a:ext cx="1463040" cy="54864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/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ATB111X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BROM</a:t>
            </a:r>
            <a:endParaRPr lang="zh-CN" altLang="en-US" sz="1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770E2A-9247-EA09-9F85-1EC748F8BEC4}"/>
              </a:ext>
            </a:extLst>
          </p:cNvPr>
          <p:cNvSpPr/>
          <p:nvPr/>
        </p:nvSpPr>
        <p:spPr>
          <a:xfrm>
            <a:off x="3979037" y="1529007"/>
            <a:ext cx="1463040" cy="5486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/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spinor</a:t>
            </a:r>
          </a:p>
          <a:p>
            <a:pPr algn="ctr"/>
            <a:r>
              <a:rPr lang="en-US" altLang="zh-CN" sz="160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Flash</a:t>
            </a:r>
            <a:endParaRPr lang="zh-CN" altLang="en-US" sz="1600" dirty="0">
              <a:solidFill>
                <a:schemeClr val="tx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6DD368-10A4-6546-FF8F-39549D6DC333}"/>
              </a:ext>
            </a:extLst>
          </p:cNvPr>
          <p:cNvSpPr/>
          <p:nvPr/>
        </p:nvSpPr>
        <p:spPr>
          <a:xfrm>
            <a:off x="1434915" y="2778687"/>
            <a:ext cx="1463040" cy="548640"/>
          </a:xfrm>
          <a:prstGeom prst="rect">
            <a:avLst/>
          </a:prstGeom>
          <a:solidFill>
            <a:schemeClr val="tx2"/>
          </a:solidFill>
          <a:ln>
            <a:solidFill>
              <a:schemeClr val="accent3"/>
            </a:solidFill>
          </a:ln>
          <a:effectLst/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Loader-A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Addr:0x0</a:t>
            </a:r>
            <a:endParaRPr lang="zh-CN" altLang="en-US" sz="1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C5442F-6EEE-6718-2329-0C775B2B210E}"/>
              </a:ext>
            </a:extLst>
          </p:cNvPr>
          <p:cNvSpPr/>
          <p:nvPr/>
        </p:nvSpPr>
        <p:spPr>
          <a:xfrm>
            <a:off x="3074209" y="2778687"/>
            <a:ext cx="1463040" cy="548640"/>
          </a:xfrm>
          <a:prstGeom prst="rect">
            <a:avLst/>
          </a:prstGeom>
          <a:solidFill>
            <a:schemeClr val="tx2"/>
          </a:solidFill>
          <a:ln>
            <a:solidFill>
              <a:schemeClr val="accent3"/>
            </a:solidFill>
          </a:ln>
          <a:effectLst/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Loader-B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Addr:0x1000</a:t>
            </a:r>
            <a:endParaRPr lang="zh-CN" altLang="en-US" sz="1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EAF4BB-EF0B-13D7-D9C3-8CC4998EEDEF}"/>
              </a:ext>
            </a:extLst>
          </p:cNvPr>
          <p:cNvSpPr/>
          <p:nvPr/>
        </p:nvSpPr>
        <p:spPr>
          <a:xfrm>
            <a:off x="4713503" y="2778687"/>
            <a:ext cx="1463040" cy="548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APP-A</a:t>
            </a:r>
            <a:endParaRPr lang="zh-CN" altLang="en-US" sz="1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8FD720-89F1-3D76-97C5-EFC0E2F84239}"/>
              </a:ext>
            </a:extLst>
          </p:cNvPr>
          <p:cNvSpPr/>
          <p:nvPr/>
        </p:nvSpPr>
        <p:spPr>
          <a:xfrm>
            <a:off x="6352797" y="2778687"/>
            <a:ext cx="1463040" cy="54864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  <a:effectLst/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APP-B</a:t>
            </a:r>
            <a:endParaRPr lang="zh-CN" altLang="en-US" sz="1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58964A-507B-CB1B-ECC1-35D141E0FCCA}"/>
              </a:ext>
            </a:extLst>
          </p:cNvPr>
          <p:cNvSpPr/>
          <p:nvPr/>
        </p:nvSpPr>
        <p:spPr>
          <a:xfrm>
            <a:off x="7992091" y="2778687"/>
            <a:ext cx="1463040" cy="548640"/>
          </a:xfrm>
          <a:prstGeom prst="rect">
            <a:avLst/>
          </a:prstGeom>
          <a:solidFill>
            <a:srgbClr val="7030A0"/>
          </a:solidFill>
          <a:ln>
            <a:solidFill>
              <a:schemeClr val="accent3"/>
            </a:solidFill>
          </a:ln>
          <a:effectLst/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NVRAM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Factory</a:t>
            </a:r>
            <a:endParaRPr lang="zh-CN" altLang="en-US" sz="1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D99A9E-F278-B38B-7B88-8EDA57C615CD}"/>
              </a:ext>
            </a:extLst>
          </p:cNvPr>
          <p:cNvSpPr/>
          <p:nvPr/>
        </p:nvSpPr>
        <p:spPr>
          <a:xfrm>
            <a:off x="9631385" y="2778687"/>
            <a:ext cx="1463040" cy="548640"/>
          </a:xfrm>
          <a:prstGeom prst="rect">
            <a:avLst/>
          </a:prstGeom>
          <a:solidFill>
            <a:srgbClr val="7030A0"/>
          </a:solidFill>
          <a:ln>
            <a:solidFill>
              <a:schemeClr val="accent3"/>
            </a:solidFill>
          </a:ln>
          <a:effectLst/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NVRAM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User</a:t>
            </a:r>
            <a:endParaRPr lang="zh-CN" altLang="en-US" sz="1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F5F171F-19C0-A647-14FA-DB18600A249F}"/>
              </a:ext>
            </a:extLst>
          </p:cNvPr>
          <p:cNvSpPr txBox="1"/>
          <p:nvPr/>
        </p:nvSpPr>
        <p:spPr>
          <a:xfrm>
            <a:off x="2897955" y="1433995"/>
            <a:ext cx="950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SPI bus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箭头: 左右 13">
            <a:extLst>
              <a:ext uri="{FF2B5EF4-FFF2-40B4-BE49-F238E27FC236}">
                <a16:creationId xmlns:a16="http://schemas.microsoft.com/office/drawing/2014/main" id="{9C090641-0714-4335-E12A-4A89C06AE541}"/>
              </a:ext>
            </a:extLst>
          </p:cNvPr>
          <p:cNvSpPr/>
          <p:nvPr/>
        </p:nvSpPr>
        <p:spPr>
          <a:xfrm>
            <a:off x="2897955" y="1733384"/>
            <a:ext cx="1081082" cy="164955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858A742-CBA3-1159-3101-B756236F64A0}"/>
              </a:ext>
            </a:extLst>
          </p:cNvPr>
          <p:cNvCxnSpPr/>
          <p:nvPr/>
        </p:nvCxnSpPr>
        <p:spPr>
          <a:xfrm flipH="1">
            <a:off x="1434915" y="2077647"/>
            <a:ext cx="2544122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D96F7F0-8839-1F9D-9EB0-FC4623D26E5A}"/>
              </a:ext>
            </a:extLst>
          </p:cNvPr>
          <p:cNvCxnSpPr/>
          <p:nvPr/>
        </p:nvCxnSpPr>
        <p:spPr>
          <a:xfrm>
            <a:off x="5442077" y="2077647"/>
            <a:ext cx="5652348" cy="701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12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9484</TotalTime>
  <Words>579</Words>
  <Application>Microsoft Office PowerPoint</Application>
  <PresentationFormat>宽屏</PresentationFormat>
  <Paragraphs>129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Microsoft YaHei UI</vt:lpstr>
      <vt:lpstr>等线</vt:lpstr>
      <vt:lpstr>等线 Light</vt:lpstr>
      <vt:lpstr>Arial</vt:lpstr>
      <vt:lpstr>DM 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huide su</dc:creator>
  <cp:lastModifiedBy>huide su</cp:lastModifiedBy>
  <cp:revision>111</cp:revision>
  <dcterms:created xsi:type="dcterms:W3CDTF">2024-05-11T01:39:37Z</dcterms:created>
  <dcterms:modified xsi:type="dcterms:W3CDTF">2025-02-12T07:27:40Z</dcterms:modified>
</cp:coreProperties>
</file>